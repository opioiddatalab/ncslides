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ae7f57e388f05e6bf0592802f69b5361eaa773.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ffc1f2b7df739bebe52679d66e30e59de418640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336affb745df1d52c15ce89b84a170126c80b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3f830cbf30f4e9c6b8b067e81e93021c8fd73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a026e9931048d2a29bc9c78c0f2d1b44cae2c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c55b907440b33006a20c9d1f064824b1e8f458.png"/>
<Relationship Id="rId3" Type="http://schemas.openxmlformats.org/officeDocument/2006/relationships/image" Target="../media/0b60b2598db66eba2053b04060a5b668ff648bf1.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edf7a5f868a328ba56f52d9e391c2273e2c1e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937d91ff7588670d4f430667bfcae28a50e431.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db9f30eeb17a178ef3f6a05b63c993b05880481.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e2bd02cad577e32d5115b299ed6e520d049965.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827b85390e833c9ff69c4b6dcbcb26019f06a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9a073f4c117309769e24bb9e9083ca69091ab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0d83a96b479a5e41cea36ae9691711876d5861.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3501691960029709b1db851e5332062e5f6eec6.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9c483650eb7b42a9b8f0fe4a06c3d79c553367f.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f8db38d82b41ac7652a36b44ae51972f06959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7782d1a8905a26920efa96abbbf656472b989c2.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68b5dc5f5a7f7b5fb2bc74dcb18ff427871fc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85914879218f0c7a58d1a8cce7b7c79829d26dc.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02ffde85fbdd56f3d826b2581a2f2085e2404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5f5cb569889c86cb066030514b124cc60db7e4.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6f65e69611aa01d9608141ba16a61ccff10d9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0a5f1e67fbad3cccddaaf78703c799ff655ffe.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b40ca13c973efe1d0fd3118cea945a8c3b9a10.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c30481df180c0efd6e97d3877eae9977585c71.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f2a3aa37ef2166d19a87d7459494c325c25f8f.png"/>
<Relationship Id="rId3" Type="http://schemas.openxmlformats.org/officeDocument/2006/relationships/image" Target="../media/a63308f38ad8365b8a95251aef5ac4847b76d299.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c665125564b8e368facdc826282116fb8b5c8a.png"/>
<Relationship Id="rId3" Type="http://schemas.openxmlformats.org/officeDocument/2006/relationships/image" Target="../media/26fbe6c65115dacd4c5bf89ee4a234cb4a57767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9783c5d685a6517373c24f9dcfd5d5931a493d.png"/>
<Relationship Id="rId3" Type="http://schemas.openxmlformats.org/officeDocument/2006/relationships/image" Target="../media/51f038b22b7dc441eb0297fc7cdf82bd28efa88a.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2e925c3dcd87908274d19a23ed474e0ddec9c8.png"/>
<Relationship Id="rId3" Type="http://schemas.openxmlformats.org/officeDocument/2006/relationships/image" Target="../media/50e7af5786ba0306c288022cd1ed0e0d919723b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September 15, 2026 · 8:47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September 14, 2026 N = 2,802 NC samples analyzed Mailed in from 86 harm reduction programs Collected across 58 counties 245 distinct substances detected to date Unique samples = n_distinct(sampleid) · substances from lab_detail.substance · includes samples with date_complete 26 Jan 2022 – 14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14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14 Sep 2026 · last 12 months: 15 Sep 2025 – 14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14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14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14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14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14 Sep 2025 · past 12 months: 15 Sep 2025 – 14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14 Sep 2025 · past 12 months: 15 Sep 2025 – 14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14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14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14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15 Sep 2025 – 14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15 Sep 2025 – 14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2026-09-15T08:47:17Z</dcterms:modified>
  <cp:category/>
</cp:coreProperties>
</file>