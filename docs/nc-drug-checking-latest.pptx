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04c266302912603affab7f9036ae4a65553eff.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ac12cbb6bfaf3b7fa052ef3fc34aeb88b0d9f9c1.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a068b6916d5940f308a0cb133ca4b88fe248959.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b9a0a9e67394a14874e4c0af0a7265eb80be73.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875ecacef2ec942cdd7fd4ca7e5c374c8cc282.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65e0b25f3d1b5ae97c44a1175284602266453c.png"/>
<Relationship Id="rId3" Type="http://schemas.openxmlformats.org/officeDocument/2006/relationships/image" Target="../media/ecebf8a5e45b2ecff8808fa0ab345d46d8a03edd.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b7a2e9420804b7526149c2997d7a1b656b189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cf90e9794df5286cca17e2746ae78ebec8696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64c18764fa318a060612b623c1bb24acda7d4e.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9348399b04995af9e20b04ed3c34bcb5a78ff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4a1cc5fedf5d50e03379f7ec716ac7b0447cecd.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e5f2468e3fb7ada1530912dd6678e7b997ac30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b2752f80e72f64dc0bf2f00aadaa9c445eeb1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e585e66cc804f7c9a0d4fcc718736e52c510c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c51caab499f9734fe5a69c6125225dce93e27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92524c32d255fba8cfb1ce451803ce7a6fbf1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68b1bdd803fb3ed306fa8cacd7b6e163c5ae1a4.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a166ba34ffd15827a9ce1a2689457446da6e14.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23d7bc053e9236927519a71edbf916f0ef6b2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1837c67cd73e0c61ed91b317b3052c820e13ea.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5e76231a448a69f0b9bba782575e2acf3bd8e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89635d1e09402fda3cf78104bc17bce7b7ea730.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eaa63617100dfd5c482c025fb8c2bca6b289ba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8493f9783c700bb74121368fd33fb41ac6c937.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99309165b38ca51447b99207539cd5fc21f75b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612f95832ff8e8fad5633fd1b193777c97bff3.png"/>
<Relationship Id="rId3" Type="http://schemas.openxmlformats.org/officeDocument/2006/relationships/image" Target="../media/1905ad1106fafb2c9e4461869e18820d9d7d7af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e8c95eec0b7032c8cb9959aabd29ad209a2cf1.png"/>
<Relationship Id="rId3" Type="http://schemas.openxmlformats.org/officeDocument/2006/relationships/image" Target="../media/a3d67302ef8ce996654ca4a79bb84eb1a7481343.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de85b1f8b62c1111420f39ac58bd07e52ed099.png"/>
<Relationship Id="rId3" Type="http://schemas.openxmlformats.org/officeDocument/2006/relationships/image" Target="../media/4daa704ed6722a6c5c9e1ba2054b946d01aed361.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5306b5d200abcfad82f2fccd6d66629fbc57ca.png"/>
<Relationship Id="rId3" Type="http://schemas.openxmlformats.org/officeDocument/2006/relationships/image" Target="../media/897c70f2f8461f35f82d96e4cd16444f4083f43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September 25, 2026 · 8:52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September 24, 2026 N = 2,888 NC samples analyzed Mailed in from 86 harm reduction programs Collected across 59 counties 247 distinct substances detected to date Unique samples = n_distinct(sampleid) · substances from lab_detail.substance · includes samples with date_complete 26 Jan 2022 – 24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24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24 Sep 2026 · last 12 months: 25 Sep 2025 – 24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24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24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24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24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24 Sep 2025 · past 12 months: 25 Sep 2025 – 24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24 Sep 2025 · past 12 months: 25 Sep 2025 – 24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24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24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24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25 Sep 2025 – 24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25 Sep 2025 – 24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1,711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2026-09-25T08:52:31Z</dcterms:modified>
  <cp:category/>
</cp:coreProperties>
</file>