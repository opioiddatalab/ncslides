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4f3489caf68bd9ed97c78547b369a514fe60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September 04, 2026 · 8:13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04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04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04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04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04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2026-09-04T08:13:40Z</dcterms:modified>
  <cp:category/>
</cp:coreProperties>
</file>