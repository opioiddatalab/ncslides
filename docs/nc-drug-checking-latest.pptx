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d7581f0b8a2c69e4d1893b632e401cca4c836e0.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dd6d5f36ad14cf6c1f252986113785d2f12a64.png"/>
<Relationship Id="rId3" Type="http://schemas.openxmlformats.org/officeDocument/2006/relationships/image" Target="../media/14e74375e799fca091e3596c4e6d85ff471b4cc2.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ae0fcb3ac8ad612e777beae1af3361246f21db6.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44b8083882eabce4691355edc02175001a7e473.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47af5f74e1c88d0fa2edeeeaaa0041b99ec2845.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b27e1e30b54cd109cc8604559bb63a62f9abbe6.png"/>
<Relationship Id="rId3" Type="http://schemas.openxmlformats.org/officeDocument/2006/relationships/image" Target="../media/003f914a474c91a27948136476becb3beecde9ea.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5e49e9090d4125aa49eabaef74f58161213e0d2.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3f7c49d05343d93dfe2f1a6ab99f51d037a242e.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756e18eedd8633722943d921be197d3fc9f63b5.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3f56bab1654c81c5e62752dc7f23d45fcb70fba.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c26f59bcca0c87e3fa0cc1d5dee45a46cdb324c.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22b05c66872aa97a1145d8c5d0354dd7dd27d64.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049afdde3bc4f19ae291b1607cbf968aa00dfda.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c8ed7928dadc6c53bc15111bd837ab235866342.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4e5e0114bdca614ee7a4bcdf7639293b12c98df.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bbbc4386bd64c5fa9967339d853dd4b7e731308.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cdb8cf2ed2e465512735ea865f8a38425f0b596.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935ddecebcdea5a1b77af963a60793f8c536cad.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70b3b716cbfe2f3e7c3ea2d6937cfc065402fec.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4bbf5f90868d2c6de599e70d21ddf27f2f757bb.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8ac0818fe2b35a91afed01199cff0cb5d122dfe.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a8c8fdfe8430ab427a6ec056a218d4565ee7a10.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7c582f823912e3f9a747ebc88e5f4f68853a3db.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2cfc6148494b6c0bb63e2168c23ef6ebb389a8b.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e4210fd7b9a6c9711e0e512be3950d62ba4048d.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1dba64ad561624320f68451b3afc43a13b152d8.png"/>
<Relationship Id="rId3" Type="http://schemas.openxmlformats.org/officeDocument/2006/relationships/image" Target="../media/bd4cff3ebcd31436aa10597f1537d6ee7989894d.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da1a0b0c42d99aadfe2d6c0c39e87f7f3c5f340.png"/>
<Relationship Id="rId3" Type="http://schemas.openxmlformats.org/officeDocument/2006/relationships/image" Target="../media/e64af8fc84f27860dd1d3b558afe3fb6b252ebcd.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dcff11a86e9728ac2609744a6c4c9fc169c7e2a.png"/>
<Relationship Id="rId3" Type="http://schemas.openxmlformats.org/officeDocument/2006/relationships/image" Target="../media/1e7d3d73a6915cadb37a73f6d168f5c115278330.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c5b523260dc4e4429723b0f37a2dd4a0b2191f0.png"/>
<Relationship Id="rId3" Type="http://schemas.openxmlformats.org/officeDocument/2006/relationships/image" Target="../media/ebc48e515f593ec22b882db836f2b0cd5555a162.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61891962cb1eded890acb342409fe580720835b.png"/>
<Relationship Id="rId3" Type="http://schemas.openxmlformats.org/officeDocument/2006/relationships/image" Target="../media/2be7ef90076f578256510f23ab45b07430ba518a.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4f269b0f0bba6c3fe57d47ff7dbed2e0510dc76.png"/>
<Relationship Id="rId3" Type="http://schemas.openxmlformats.org/officeDocument/2006/relationships/image" Target="../media/2ee9d265099ac7fca0a008db04c69d91f4ab6565.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abb3ac068aadf4569ef774000bd3439158344f7.png"/>
<Relationship Id="rId3" Type="http://schemas.openxmlformats.org/officeDocument/2006/relationships/image" Target="../media/90ec0a0d0cb6e4c90562a509d95f16497f48b86d.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be2198422226afa7b6ce13c2753f846a964ad29.png"/>
<Relationship Id="rId3" Type="http://schemas.openxmlformats.org/officeDocument/2006/relationships/image" Target="../media/de77afd9028edaafa6eb1d94b2e2819621b411b9.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Sunday, October 04, 2026 · 9:22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Friday, October 02, 2026 N = 2,940 NC samples analyzed Mailed in from 86 harm reduction programs Collected across 59 counties 247 distinct substances detected to date Unique samples = n_distinct(sampleid) · substances from lab_detail.substance · includes samples with date_complete 26 Jan 2022 – 02 Oct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02 Oct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02 Oct 2026 · last 12 months: 04 Oct 2025 – 02 Oct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02 Oct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02 Oct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02 Oct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02 Oct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02 Oct 2025 · past 12 months: 04 Oct 2025 – 02 Oct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02 Oct 2025 · past 12 months: 04 Oct 2025 – 02 Oct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02 Oct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02 Oct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02 Oct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04 Oct 2025 – 02 Oct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04 Oct 2025 – 02 Oct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2026Q3</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2026Q3</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2026Q3</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pending nitazene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1,513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451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153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pending nitazene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2026-10-04T09:22:23Z</dcterms:modified>
  <cp:category/>
</cp:coreProperties>
</file>