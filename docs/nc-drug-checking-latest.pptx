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12a2bd697aa92eb54ccac6f87f6d9777faafcb.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c07d1e78832863d6177a6aaccf0af9640cded89f.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a63eb130c67220de7a65ae4a2d31ccfe7d6ad0.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b447787fb28697ef85e5e19c3d9433f56b28cd6.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e8fa0f4caa790257517a2fc6fe81bda69f99206.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5841082b1fb0fbabf1fbb9588dab8e00a98cbf.png"/>
<Relationship Id="rId3" Type="http://schemas.openxmlformats.org/officeDocument/2006/relationships/image" Target="../media/5f32f0955bc2459b644aa43498947e95f8a05142.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dd89fa3daa004267b510e1c6517d4709bb96a3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1527ce48a95e974574d94f252769533117bf88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2aead2eb3fe97b3e7b426ca9738910ae1b775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7cefbd1b7a00584164e95aebc043f6a66b0de5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bd6bd41a08005d27fccd9b000b08c0dcadb2731.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25d4cdbffd92e0f0b2b32d9a06531891bffea7f.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502dbd0c1d666bdb0b73649769fb5aea99d203.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f4233e483e7ae5e6425a6c0392f0770098a50fe.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bb708dfcf8344b71e4b52e701071e0632e84b5.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c9bbb2c41e0112dc454dcf18e402137ba9da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fe1c3e733d0d79399c005017aaeeea39a139d98.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cbbc599b0bf513ee1d5729f99b16cd2f6094fba.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6c1bde08f391debee8216d7c85215cd3b6830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932d479bec6ecd6537c007aa83426390e7005f.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896a1a2e680a0b95fb105801413c63bc5dd208.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dd9bbd088856725fc550fc906c3136172ade67.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4f5ac88ff3973cf5a32ce13de56d5376663ef9e.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b696e417fad7b4cf633d5f7cfa734e2acebf96.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e6668bf76621e77c7cd7097c0532aa4654de38.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8fd30c539a7b9ece241a7b74e7948f4f79c3858.png"/>
<Relationship Id="rId3" Type="http://schemas.openxmlformats.org/officeDocument/2006/relationships/image" Target="../media/3cb5bba02ac182c30fd4b5d9ede1b7368d42d11a.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430f1383b31aff315cad5e61a5ff593dd6b103.png"/>
<Relationship Id="rId3" Type="http://schemas.openxmlformats.org/officeDocument/2006/relationships/image" Target="../media/6afae2bff17e475e7b445098fd44b00f3cc4d35b.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6015b4a84ad33b055d8075397a2e3cb64ed134.png"/>
<Relationship Id="rId3" Type="http://schemas.openxmlformats.org/officeDocument/2006/relationships/image" Target="../media/c921d33e80eb432e5e37a03f3869337fc6cc568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db98e83675bfb8c45fb2338afabb389ef1a6a4f.png"/>
<Relationship Id="rId3" Type="http://schemas.openxmlformats.org/officeDocument/2006/relationships/image" Target="../media/90a3910c791a2a7536fc2e0afa38f5ab5fa2414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September 02, 2026 · 8:13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01, 2026 N = 2,778 NC samples analyzed Mailed in from 86 harm reduction programs Collected across 57 counties 243 distinct substances detected to date Unique samples = n_distinct(sampleid) · substances from lab_detail.substance · includes samples with date_complete 26 Jan 2022 – 01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01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01 Sep 2026 · last 12 months: 02 Sep 2025 – 01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01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01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01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01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01 Sep 2025 · past 12 months: 02 Sep 2025 – 01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01 Sep 2025 · past 12 months: 02 Sep 2025 – 01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01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01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01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02 Sep 2025 – 01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02 Sep 2025 – 01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98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2026-09-02T08:13:23Z</dcterms:modified>
  <cp:category/>
</cp:coreProperties>
</file>