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73012e70daf38eb4f89f8d03e1e4c92af95e6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ff2bba9e53d6a7a9ebb7ec39cfba86d3555dcf27.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b3fbaca0dcb270a8a3b891156cdf73cde0b1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05b75e78ec7e3149bfe184b2f210f970c865cfa.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e069c204ba92ea3f91e10071007dc2ff92089bd.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2fd2eb27145440e90b456d6b1b40a9724d2465f.png"/>
<Relationship Id="rId3" Type="http://schemas.openxmlformats.org/officeDocument/2006/relationships/image" Target="../media/37b18d043fb8122e36129db5386308444ad47f1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b6d0e3f4fc804a2b4f408553dcff059f3e312a.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74d8593be44834aa8e0b3a7650e6a8550f4ade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c55830c8eabf8f1b980914b32cb35f6e70a9c.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e6dd03e24cf92f34565e891fd1b61b77ef2b476.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281f27390b86b7a5b8f61ffde7db6c7f05c95c.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b310131acd399aeaf07e6d472dda0a9b2076bd.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e0b6d93181467f08e1cf94869dc56cacf871f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654f836239db3551d46fcafccf0436a529796c9.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b7cc4156ff94847ba7e7516c7b1321df9533ab.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d971ddd4019f1923706ee50edddef5020354dd.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9e7598488d3a1a7be7eadd51ec30ee4ea8a98d.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6ca12969fa9df16fbe1cd7e6b41c3b0fa6b0a3.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3a8e6fb53f9d3006a8ea278310c28b6a3d96e8.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28d8fbabbf6dbc1c6a3eb59ae614aa76a66f10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8d1d66669393a7c95381c1ed6a477bd1c6245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62109281adac57389f9e250195970d4e8edae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3e2ae1638776bbe9efe85541c4dba1c913a383.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19bd6dddbc17fd1bcdafd6f6f0c2886ebac70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99a8f9b36fa9c48b877666aac5a90af2bd41de.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e74d8a5497ef88c5108356048eafe5b7faa975.png"/>
<Relationship Id="rId3" Type="http://schemas.openxmlformats.org/officeDocument/2006/relationships/image" Target="../media/4c90f14488831a84571c950299a8df13327ec654.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3091566a4968e699a9223c5e80aaa6a84e6ec0.png"/>
<Relationship Id="rId3" Type="http://schemas.openxmlformats.org/officeDocument/2006/relationships/image" Target="../media/970feb8ed9a77c6550b64ad0cb299edaf39015b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ee7ad91442d900667d8759e820bfb3948152ac.png"/>
<Relationship Id="rId3" Type="http://schemas.openxmlformats.org/officeDocument/2006/relationships/image" Target="../media/776d3a42e2c28d479470fd7cb76d1a50ca519cf8.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e42501b6f2f62d9127d2b19e32f56007079690.png"/>
<Relationship Id="rId3" Type="http://schemas.openxmlformats.org/officeDocument/2006/relationships/image" Target="../media/a9121665c09388f5a748d0a1f4841dbf80d7f90c.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October 13, 2026 · 11:11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09, 2026 N = 2,959 NC samples analyzed Mailed in from 86 harm reduction programs Collected across 59 counties 249 distinct substances detected to date Unique samples = n_distinct(sampleid) · substances from lab_detail.substance · includes samples with date_complete 26 Jan 2022 – 09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09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09 Oct 2026 · last 12 months: 13 Oct 2025 – 09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09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09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09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09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09 Oct 2025 · past 12 months: 13 Oct 2025 – 09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09 Oct 2025 · past 12 months: 13 Oct 2025 – 09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09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09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09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13 Oct 2025 – 09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13 Oct 2025 – 09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2026-10-13T11:11:41Z</dcterms:modified>
  <cp:category/>
</cp:coreProperties>
</file>