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08e6c6889da62c826f2f48f69131bef4926f5c3.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e835c746430b0a7df4f18c27feedb62a219cc481.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7995f1ae08d9661c1ffc3b464f14bd904a7613e.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e800d6003913ff5bee3e0dc4caee34e956d21ff.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31fa04ac33985f06b0fc0f11a8d82ebd3785555.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e399a17d9898ccd37ea2f78767116082a6a62e8.png"/>
<Relationship Id="rId3" Type="http://schemas.openxmlformats.org/officeDocument/2006/relationships/image" Target="../media/160246bd1fa8223ef28b84995a390775e40369f7.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ebda30fa4e2c2bb99c92005ebe6c576af19ea80.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cecbef5c38dc46968c188819c6627b8ad738675.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1ea91bd8ed2d9cd633ba407f38df3ff49218b2.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9fb480a4d7d97de72714a37f94e79ec2d34472d.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d7eed66c4f92f1896d5eefa782d6777b06dae36.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81e7557ed1d431ef1321f8832cade1525d81e2a.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46d7b033b1a19cd81784dc4e0557600afe64a99.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ebb8deb9cf559ab75df58250b2b4ff8fa03a49c.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b9889be86a05e0bce48a24e7a36c224c8f64173.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d22c3e822a259c43b3b72133444daeae8d0508.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cdcfba3def18766d844f60cd33ccfd3353d4943.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c3e7c7677245da54f3ab3364b55d2641659b996.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a40e1c2badce79174b18c3008494296c39460a1.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e5e01f4d76f6566c7692e1d49be1e9d646f52f2.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1c365c068b35dfc11a5d69d972849ba2e83ce9a.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e45173adbbfa01b50ea52b8fcc229689284c9ae.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fe8354245945a77ba00c6779c8475f25cac6d2.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489f41248e9205632f2ada53e79f08c538b2ab5.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7822ceb09d3304eacf2425f90b843d9571f2181.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de42574e56380ec6418c30681bfc1687bcbcb5.png"/>
<Relationship Id="rId3" Type="http://schemas.openxmlformats.org/officeDocument/2006/relationships/image" Target="../media/ca86bb9203a41870f05bcb83af4a6fe3a4890fbc.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17b32b2c7d5dbca94df2028e92654fa56d21a9f.png"/>
<Relationship Id="rId3" Type="http://schemas.openxmlformats.org/officeDocument/2006/relationships/image" Target="../media/e97e6691b3ba7c2fca87645d30217dda3f12a5e5.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d7d748eddc571e49ed50cfcfc970a236376802b.png"/>
<Relationship Id="rId3" Type="http://schemas.openxmlformats.org/officeDocument/2006/relationships/image" Target="../media/c8a547839f2ab87373389e26d6d568d02a5ba628.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ce79a48ac69676c60d03ca6e635bdaf6aa1cfe.png"/>
<Relationship Id="rId3" Type="http://schemas.openxmlformats.org/officeDocument/2006/relationships/image" Target="../media/81f844bacf62f1a54197e4ed3f38d70e3c979619.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aeb2a22275d84d2c4db2c731e65e955a4a06977.png"/>
<Relationship Id="rId3" Type="http://schemas.openxmlformats.org/officeDocument/2006/relationships/image" Target="../media/ed1242a4c2fc9e63dd94f98388fb80835e54e97a.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8948dbc3d58ea63602231a456b92dfeb82d201.png"/>
<Relationship Id="rId3" Type="http://schemas.openxmlformats.org/officeDocument/2006/relationships/image" Target="../media/0cf0de55858da0fb644620fecaf16127b224996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6959d2737806a3a508e293bb41501865d5750cf.png"/>
<Relationship Id="rId3" Type="http://schemas.openxmlformats.org/officeDocument/2006/relationships/image" Target="../media/772e0e6131fb32f1defa990e6478de2b77099aa3.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e2198422226afa7b6ce13c2753f846a964ad29.png"/>
<Relationship Id="rId3" Type="http://schemas.openxmlformats.org/officeDocument/2006/relationships/image" Target="../media/c6bfaecefbc674e627f49acc372057fb503602b7.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Friday, October 02, 2026 · 10:00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Thursday, October 01, 2026 N = 2,930 NC samples analyzed Mailed in from 86 harm reduction programs Collected across 59 counties 247 distinct substances detected to date Unique samples = n_distinct(sampleid) · substances from lab_detail.substance · includes samples with date_complete 26 Jan 2022 – 01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01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01 Oct 2026 · last 12 months: 02 Oct 2025 – 01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01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01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01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01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01 Oct 2025 · past 12 months: 02 Oct 2025 – 01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01 Oct 2025 · past 12 months: 02 Oct 2025 – 01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01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01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01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02 Oct 2025 – 01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02 Oct 2025 – 01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152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2026-10-02T10:00:25Z</dcterms:modified>
  <cp:category/>
</cp:coreProperties>
</file>