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b28b97b3241982186c57d61b2633d916d5fd49.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07b158d528f2f24a99de0579cb92af1311a16527.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974622a5656c1408ffe45c7d5774db20fa946b.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35d0ad10c197c54019c2e502b7fbc3185d5814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f11390e309bcee403deca9482a970f2d6eae296.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0b5ac401b655240df763eb6090ab236420c2143.png"/>
<Relationship Id="rId3" Type="http://schemas.openxmlformats.org/officeDocument/2006/relationships/image" Target="../media/409266c4a317e0a6f4ac57e32602e96a9da544bc.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68ec95d50ad49bcf06aaebb5d09c43496542d04.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22e49a603c8ae8ec4a3dad0cd344c51a63ce84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f58203394252ff81114e11382ce1a1318b65797.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7a0411f5588e442bb9c450318a9f5e95d19e1af.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8fc5354e8d79d6f6a72a3ffc5f98333daff168e.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6fc2130776bcba7a0f7cd184c5236bf369507f0.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6237b62076c973ebd78597d254668d7bd8d1a3.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4de69ff6cda0e1311f38ed90fc5295847a54a68.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8862e96e200f3afeaf04478abe5207810ee536a.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6b7ff47b6ecbc764f67297e16c9990642f2590.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d7cc024706bb3aff054fa643916b6ff4537aa7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5edf7fbc711a3a266309c8b1a0cd08289e729c.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d50d50bf313ea57960c2e02a497fbbd5bc93ee.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6798a3e50626c54882088fc31d13daa0bd25d7.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64c2dfc55dd3b863968815178a4c91952e138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fe8d3edc211f86d9703d7f378b9d11fee246d2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2ed63bffb76a1f7f42cb8b88580c2b6a85ce410.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d9c965ab90adb4c2fde7940a9b235fe3e9ab4c7.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8fa91fe89d8db6c1ba7f5f2bb5d6363a07ab6d.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b9254d74a3aa10c567a3c51ebfb718eb1b3ffb1.png"/>
<Relationship Id="rId3" Type="http://schemas.openxmlformats.org/officeDocument/2006/relationships/image" Target="../media/ebb1c524f2d50467735db57fe453915eabe8d8e4.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9b0682c1d5ec3033f62114e145b93b1154774c2.png"/>
<Relationship Id="rId3" Type="http://schemas.openxmlformats.org/officeDocument/2006/relationships/image" Target="../media/56753e74cc15dfcfececd69a021bcf6c56901f62.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dc25757cbf0043f475ac20e6437fe143a3f6ae.png"/>
<Relationship Id="rId3" Type="http://schemas.openxmlformats.org/officeDocument/2006/relationships/image" Target="../media/de94e865984076e6ba7fcefc192c968f57c7be6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21214485525757163b0b324cb384f41cffa5b2.png"/>
<Relationship Id="rId3" Type="http://schemas.openxmlformats.org/officeDocument/2006/relationships/image" Target="../media/aaf3e917943fae3f82c40c1f7ba95dd79c035d1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Monday, September 21, 2026 · 10:25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September 21, 2026 N = 2,863 NC samples analyzed Mailed in from 86 harm reduction programs Collected across 59 counties 247 distinct substances detected to date Unique samples = n_distinct(sampleid) · substances from lab_detail.substance · includes samples with date_complete 26 Jan 2022 – 21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21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21 Sep 2026 · last 12 months: 21 Sep 2025 – 21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21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21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21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21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21 Sep 2025 · past 12 months: 21 Sep 2025 – 21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21 Sep 2025 · past 12 months: 21 Sep 2025 – 21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21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21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21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21 Sep 2025 – 21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21 Sep 2025 – 21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2026-09-21T10:25:24Z</dcterms:modified>
  <cp:category/>
</cp:coreProperties>
</file>