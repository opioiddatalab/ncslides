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9e18d8251e7cc47f1850ba0baa2c499475a4322.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3bf0a06ed462052637a660092d1be971219dc542.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cd68f768c0682e5ab6e955e59b151327f65d484.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e77d4fcbbbb356f6c2cdc3526c7a1b8f902e922.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41198ee6c6327c1f2bc09b323812c09fa714931.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2c58079272a2f51b735cb64a41d5dd81b3c7a08.png"/>
<Relationship Id="rId3" Type="http://schemas.openxmlformats.org/officeDocument/2006/relationships/image" Target="../media/a79df14419e2369a1d98f6c5018ea8bee4e67530.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a829b198ea89cc13de2759967d6bdbc5ff056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0f9777be545da37ab6a56e9739c1882ba1c2ba.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7b47e6089bcfcbe29e83c2fcfe8d5f54c2afb5d.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7e1328243d6870cebc5c0af74625ffbaa85bf48.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29464676f0e50ca7706c0f7718c2a591bee895.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026cb6a80e5ba57b849123d696dd29a42198c1.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0fbe9b8e3129e2a8a5d9470dd56624f7911d6a.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d4d8d87f8fc440c5cbbdefa0c0fba42c0dd9bf8.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1963577bcc131a98500cf8f991d39f7caead85.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4646cfa5a68af4de8c8bf5ab0f545a9cf51dc3.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4bb2f7ab7c3aeb1396ab36adc67c2431e39930f.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b8ec64aba8dfbcf2ef44351cdf0dc5d9a8ed95a.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e4dd12dd47a5343882dad87c40f7823ce665f0b.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e2dc996a93265c10d69174c31cd983437795737.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f099db1250853c23d0a532f10a9c98d416a328.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3eb91afd278591cdfdfa2db36960dff2c13b601.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5b29d55a623c76095f33c1813f45040ce0ab3a1.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dedb91c79359db3fd64882af8aa2c9b81aa303.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be2edd9bf3e973d64f0de6f77eef9d5157b3799.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44035cbee8f09b57385910d117db95702404e4.png"/>
<Relationship Id="rId3" Type="http://schemas.openxmlformats.org/officeDocument/2006/relationships/image" Target="../media/e71d3f1b38e26ad6f95f5c6bf956dbc1cbd7064b.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b57578d4adefedd6691b1a4fc765cad884bbe25.png"/>
<Relationship Id="rId3" Type="http://schemas.openxmlformats.org/officeDocument/2006/relationships/image" Target="../media/3777c9ef2ab90abb11b296bd8b9527b1d1f201a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f5561d0a2aa95541b96142e931b10e39986ff3.png"/>
<Relationship Id="rId3" Type="http://schemas.openxmlformats.org/officeDocument/2006/relationships/image" Target="../media/685b35228f12b1f8621dc2c4b219b82b5a812af6.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cd11caad6b3c2a8fed6d88a0d653cd050de95b.png"/>
<Relationship Id="rId3" Type="http://schemas.openxmlformats.org/officeDocument/2006/relationships/image" Target="../media/df68e79632556065549b121b4cff2f9291da3d7c.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Tuesday, October 20, 2026 · 8:50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Monday, October 19, 2026 N = 2,992 NC samples analyzed Mailed in from 86 harm reduction programs Collected across 59 counties 251 distinct substances detected to date Unique samples = n_distinct(sampleid) · substances from lab_detail.substance · includes samples with date_complete 26 Jan 2022 – 19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19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19 Oct 2026 · last 12 months: 20 Oct 2025 – 19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19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19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19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19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19 Oct 2025 · past 12 months: 20 Oct 2025 – 19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19 Oct 2025 · past 12 months: 20 Oct 2025 – 19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19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19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19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20 Oct 2025 – 19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20 Oct 2025 – 19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1,793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2026-10-20T08:51:02Z</dcterms:modified>
  <cp:category/>
</cp:coreProperties>
</file>