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3d9ea01969d14d0ef34ad6944d07ad43ad4f760.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e7cf14d300bec0a7411f5245995f3c99afa5615.png"/>
<Relationship Id="rId3" Type="http://schemas.openxmlformats.org/officeDocument/2006/relationships/image" Target="../media/e8f6d589dbc69308c5110371d7582bcf8b8d0c0c.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f4dc4cc0817eccd5bb4335856431d5e8cb3c006.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98cfed89d474d22f3936201919cc2db77db2d61.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b5fe1427bf3846fc674cd9193167de940a0d9d0.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4dfa2987348fa0f5ef0ba379f334112a488de16.png"/>
<Relationship Id="rId3" Type="http://schemas.openxmlformats.org/officeDocument/2006/relationships/image" Target="../media/0c3a343bd63cf4ff30ad7c525f25ee54336bfad6.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0f53ba1ef37a2c165ca5d89a87b7fb89dc8da9d.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2bb80f3dd0ce68fa2bdaa3d239379e8ecf148e5.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aa1c929804febd1df7d1cdc1718bc1ef0e8f7f2.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1405d6985698db94faa2e530b5adbb7697fd8e1.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c8316056517a8b64c8d8101454461529a7e9cbe.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6e4a1267b6941fdd401723d0e9f32b4f47522c8.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0b94207166006b9243c95dd324512b73a67d24b.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e00c1ade95bf0c1b447d464a07f4d867245a309.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3f9344e62e2f4535c4d588c83de1a9f81d14c29.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9a4f6d0950d405b36840f575df2b8d6f929988f.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751788b7ef4a6b3164d49178a037b29f5e7a869.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cad619729ec090ffa2f7eb59989863c17b66c76.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7d742450005ae22c2dd011a010c46299f82fdbb.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6fa66abe96090b5ed6e09fcce4c4df6c11078ec.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4851de3dac79530484079d8182d777b5c218032.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58b6e91dfe5a7f0ce50f96933bda8c5cc150f5f.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07887c3412aa8b396423de6f9d8e2755b28bca9.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3df1c83a07a178f6ca4b3ec0eb63814643d5266.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b75254af22cae64ae79a856e56da93ced36a2fe.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fafc2b4a33db0565f49b1f9981fc40ff6a32bf1.png"/>
<Relationship Id="rId3" Type="http://schemas.openxmlformats.org/officeDocument/2006/relationships/image" Target="../media/7dd05d8fddc6ca5009de96cdc9dd0940f015d4de.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bc63f218da8a32f2f336c62d56477ff21032acc.png"/>
<Relationship Id="rId3" Type="http://schemas.openxmlformats.org/officeDocument/2006/relationships/image" Target="../media/71c4cccf34a45c11a4a4c56807ff570160977461.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dc4788c7740e5a2175a276779765acfebd82b37.png"/>
<Relationship Id="rId3" Type="http://schemas.openxmlformats.org/officeDocument/2006/relationships/image" Target="../media/89d67a924e2a6dfa9ebfb39ea564a474c01d8d5c.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af64f890509b28bf9e099a87b8f135074a705ef.png"/>
<Relationship Id="rId3" Type="http://schemas.openxmlformats.org/officeDocument/2006/relationships/image" Target="../media/960b3a8fca61a395e850be2f257b31051c6c78eb.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ac5f19566d7afda0ce2556fee51398e28249ee0.png"/>
<Relationship Id="rId3" Type="http://schemas.openxmlformats.org/officeDocument/2006/relationships/image" Target="../media/0480d4cb7d42a1b82e0585d9b963a838259ff959.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7f30fe9266489331b10afdbfc93f8ecc1695a80.png"/>
<Relationship Id="rId3" Type="http://schemas.openxmlformats.org/officeDocument/2006/relationships/image" Target="../media/282f61f35882d16e47a01d3969d54aaccb00aeca.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28cc92f7bf960633e4b7f38fd0b2e7dabd030ab.png"/>
<Relationship Id="rId3" Type="http://schemas.openxmlformats.org/officeDocument/2006/relationships/image" Target="../media/62a75d14e5b04ebd3a6b32387ac4e6d72a309b8b.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3776026baaf2b0e2dffb72ecf88fd2926748730.png"/>
<Relationship Id="rId3" Type="http://schemas.openxmlformats.org/officeDocument/2006/relationships/image" Target="../media/73a2cccc53f14b2616884fd897aeb27efc6821dd.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Sunday, October 25, 2026 · 8:41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Friday, October 23, 2026 N = 3,013 NC samples analyzed Mailed in from 86 harm reduction programs Collected across 60 counties 252 distinct substances detected to date Unique samples = n_distinct(sampleid) · substances from lab_detail.substance · includes samples with date_complete 26 Jan 2022 – 23 Oct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23 Oct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23 Oct 2026 · last 12 months: 25 Oct 2025 – 23 Oct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23 Oct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23 Oct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23 Oct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23 Oct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23 Oct 2025 · past 12 months: 25 Oct 2025 – 23 Oct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23 Oct 2025 · past 12 months: 25 Oct 2025 – 23 Oct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23 Oct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23 Oct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23 Oct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25 Oct 2025 – 23 Oct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25 Oct 2025 – 23 Oct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2026Q3</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2026Q3</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psilocybin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23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603618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clonidine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buspirone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1,800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541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371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155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psilocybin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23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603618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clonidine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buspirone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2026-10-25T08:41:38Z</dcterms:modified>
  <cp:category/>
</cp:coreProperties>
</file>