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19f036a1d7d257f0f0b11645aff9312b616481.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199a8ac0dbea888346cf4188f903b94cdb27df98.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b8048fa383a873e7e33a948a56ba17c6cc1fff.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048fdbe1307eb5fd95fd49ec30482a8aa03e63.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7f5f199594b53c412e237e203f8e6b81afd3b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d9864343bb22b64991be3c42ce623497caec76.png"/>
<Relationship Id="rId3" Type="http://schemas.openxmlformats.org/officeDocument/2006/relationships/image" Target="../media/3886b4a2aa37461b049d758469e543c264abb8ff.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c4c33201e239e383967deb479f38e2ed1b2378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f85a34a0e7cdd862d02ddad8901222063d0c52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50c6cc6416c068c2dea518bb57083a515ab49d9.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2b0fe37a3e51041b4621bf3a980c1000d7ccc0f.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7abe050e861121cd50af288de49ce28bf7f6553.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9c48503533012215e3b1daa42238dd630deb1e.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55091bee0434cdcbbd59ae7c6fa81668e1e1d0e.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247ebab180126865648183fdb42b90ad466d7ed.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26992cb0dc1dd06b3dd420f740aa127b808902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26c0e90ffd3bd8b86ff5257db720421b633136.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261c08f4091d872fc85fbcbcb0ef2b4f08773a.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48ce16bb1118ac1d840a89ffa721c3808bd8a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e51df7e228d45e9b5cc10defaf307432db52e1b.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dd8e7aa325bd271943d224500a7ab93d9d68d3.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451ba5b91ee1f8ac0cfc3de1c38b9f89183f8a.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a27e67c0437ddd4347057cd4db3887b60c061.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3dd521dd711cb026c2a524d72ef341551a5b64.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39fe413784a09d5858dc561a10c73aeb8e7a2e.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0dbdc63ae820323f3ade513668ce008c9dc74f3.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73d13d71240a96aa8206ef730f0149770d9e17.png"/>
<Relationship Id="rId3" Type="http://schemas.openxmlformats.org/officeDocument/2006/relationships/image" Target="../media/2767e5581eb361face81737690d774e11c488207.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3c5c493d7b3635734a4f922bc479a7934bc24.png"/>
<Relationship Id="rId3" Type="http://schemas.openxmlformats.org/officeDocument/2006/relationships/image" Target="../media/2b50b32da339f7b26a5cf43240a4c3597f23d2fd.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a6145437f6f9f60511598f778d167f0e5abb84.png"/>
<Relationship Id="rId3" Type="http://schemas.openxmlformats.org/officeDocument/2006/relationships/image" Target="../media/92793c9fa555f68b1295c3273d1a6a0099ccce45.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ca3faf90d7d2accb7c1083a424bc205740edd5.png"/>
<Relationship Id="rId3" Type="http://schemas.openxmlformats.org/officeDocument/2006/relationships/image" Target="../media/97c2de9f111e26f6a1e136b4530f80ee0d655672.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October 22, 2026 · 9:05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October 21, 2026 N = 3,002 NC samples analyzed Mailed in from 86 harm reduction programs Collected across 59 counties 251 distinct substances detected to date Unique samples = n_distinct(sampleid) · substances from lab_detail.substance · includes samples with date_complete 26 Jan 2022 – 21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21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21 Oct 2026 · last 12 months: 22 Oct 2025 – 21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21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21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21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21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21 Oct 2025 · past 12 months: 22 Oct 2025 – 21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21 Oct 2025 · past 12 months: 22 Oct 2025 – 21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21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21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21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22 Oct 2025 – 21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22 Oct 2025 – 21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2026-10-22T09:05:45Z</dcterms:modified>
  <cp:category/>
</cp:coreProperties>
</file>