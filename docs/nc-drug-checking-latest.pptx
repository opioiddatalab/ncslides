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62c68f5a168f42131a0646c523b4c106a3cd16b.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2fabbb6fc94ae269b59bacf0fcb19858eacada39.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accf14b6f5f4b92d645d26db3c0ed362775366e.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e1d2154803a11a0f302ce340cffe64ff61afdad.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7c0a45c6414104cc14b883b54ee8871cde15814.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f055f20712a48ca63d5210e21cc00d4d1d8643c.png"/>
<Relationship Id="rId3" Type="http://schemas.openxmlformats.org/officeDocument/2006/relationships/image" Target="../media/c954dc9154541440bba0ca5d81b713153e00f85c.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7c1aa4fe21c18bb9e4705cef7d9b0a5f05ed227.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c011d99c019b6fdb4f4aaa1cd5fd3532fa2cc98.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813a7596deb7f761773ed67fce6fcc7ba2dbe5b.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c02e67e6b643fea258fd2bd44ef309cfdcda416.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4ba8d18e9acc6911f91555e2f8efb2bbd83303b.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09279b593a6a6593035213f1f6f0868c0b85074.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801ad2a72a88bfd08d910be7e132e1758831555.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3153bc653d57249ed10f31ccea078adc66e8a42.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dbd69efdef0ff7f1bbe0e936cb009bf0cde193b.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58a174d5d99e3589c2307edbb0294d695179b9f.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f60655fa9f17e62d532a4ee6d87822132af2813.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cd774dcfee6c3e01aba0bf3892026b639c8aefd.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62db045a43a28f1f7c500c353e0b3cbab198019.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f470a4dc62fc9fa7c0ead3b4fc36d5e0155c0c0.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b1e91828a2c1faa38ae8ee43f0930c746ed477f.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e64db732494e6fb0416ef591293308122b18055.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d94641ba8c11422f3e389fee1970df560eb1148.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5177d34ba008e953eaa418bee4511f7c9e43c95.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0ace5e767e690e6dc6336c30e91d6f7cbdb41f5.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1918a1b4ddb2e1ffd6c2e9d188bebc50a7eaa45.png"/>
<Relationship Id="rId3" Type="http://schemas.openxmlformats.org/officeDocument/2006/relationships/image" Target="../media/c91beaaf486bf93fc73e430cb2a5890c6f85ed01.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f8cd30de6a6f1bc579d28b2627b8cc78e1c66e3.png"/>
<Relationship Id="rId3" Type="http://schemas.openxmlformats.org/officeDocument/2006/relationships/image" Target="../media/abe19e73fa9d5e1873484a14b619267237d1d9a9.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b9cb08455a7f70f2c0e18dd87543cfa652ba84a.png"/>
<Relationship Id="rId3" Type="http://schemas.openxmlformats.org/officeDocument/2006/relationships/image" Target="../media/b5e6b1dd820d270fa899e0c884c47ea5789b9de0.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b9eb2a33a1fbeca32c0d2d58d74e1f84e759971.png"/>
<Relationship Id="rId3" Type="http://schemas.openxmlformats.org/officeDocument/2006/relationships/image" Target="../media/436532f3f21649bf0f659e5be9354759eb5c3c34.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Friday, September 18, 2026 · 8:19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Thursday, September 17, 2026 N = 2,833 NC samples analyzed Mailed in from 86 harm reduction programs Collected across 59 counties 245 distinct substances detected to date Unique samples = n_distinct(sampleid) · substances from lab_detail.substance · includes samples with date_complete 26 Jan 2022 – 17 Sep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17 Sep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17 Sep 2026 · last 12 months: 18 Sep 2025 – 17 Sep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17 Sep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17 Sep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17 Sep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17 Sep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17 Sep 2025 · past 12 months: 18 Sep 2025 – 17 Sep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17 Sep 2025 · past 12 months: 18 Sep 2025 – 17 Sep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17 Sep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17 Sep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17 Sep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18 Sep 2025 – 17 Sep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18 Sep 2025 – 17 Sep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1,454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1,674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2026-09-18T08:19:55Z</dcterms:modified>
  <cp:category/>
</cp:coreProperties>
</file>