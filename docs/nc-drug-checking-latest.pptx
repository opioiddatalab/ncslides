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a84df1762355c65e3deb0ef9c8537baa07605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a6be3010ea0ea1bd449b984307970098331734e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8164d72f8d457165d6e834db3b194f8a5fcbcb.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9264b14a027352748bfb2d4597915f512f7b2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8908157d502569a32a0336cb013a0f2065040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ecb4ed45a6ebcc146c1af2a0352addca856e18.png"/>
<Relationship Id="rId3" Type="http://schemas.openxmlformats.org/officeDocument/2006/relationships/image" Target="../media/c2af4c8f53cc4626f4adc26772855fd1bd187fc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f2c1b722589f9d74a5656b0ee794e83c240d6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eb165f71a1df0b008550d61eadf000c428ca3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7b1f2d3749555fe3aec7f55186b893649ef6f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067dd7f05023e62febff95c7057940c7281b3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4140a57a180c8e5cf660dad71007114735d34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686947f50504cb12a62454c0f3d22a115a957fa.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d31d21e2673081ae3192a75ac94316a5636c5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e369544282eb9fc8398baf9871c1009d0fd8747.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728ac7173fdc12a1759984bd4083f1c98cb02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3d250acf157083886e2624547cf07e61a741ad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2f6f17049884e21d043bd7ff2bbd33f23e147.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50952e5e972c02b5f78bfcbcb57ebc12a1bb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97c77a89655f37682bf53c6dadc9c1de869b5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8c24f3a3eb6f6e2f0044a65f8ca49487d7dd4.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1a11a2b3fd3d46fc37f167d7f0bc06bcff9353.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dbe69f0fe2dbbb2ba8b6c035bface6aa252b34d.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436c9a76802ac8c0a070cb86f2bcd828d0f6cf.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c605e03af5b154863b71ec9627059a67c26ad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5100681aa4573913298b76a5bcf5f2dbbfeea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7b8e702598a64f6e2cf6326b59261cd8a3f47a.png"/>
<Relationship Id="rId3" Type="http://schemas.openxmlformats.org/officeDocument/2006/relationships/image" Target="../media/43bd6cb1373ec93be87453e45c1049ed11939d6f.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1eb3956153458858c0637a2b6d9bc6e922e2bd5.png"/>
<Relationship Id="rId3" Type="http://schemas.openxmlformats.org/officeDocument/2006/relationships/image" Target="../media/7f5c35bed7ddbdc86e8b309176d3f157bf0e4a2e.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5943f9ed615663a5d15e9c6f6688cc6fdde75d.png"/>
<Relationship Id="rId3" Type="http://schemas.openxmlformats.org/officeDocument/2006/relationships/image" Target="../media/c97d94e0f60e66351b4ff626f12bf83e6b586c02.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1f577ac8bec0dc1a3eadac46bac46e2b3d7196.png"/>
<Relationship Id="rId3" Type="http://schemas.openxmlformats.org/officeDocument/2006/relationships/image" Target="../media/62470d09f23149e83ce4a98abf043a93cdde716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August 28, 2026 · 3:31 PM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August 27, 2026 N = 2,775 NC samples analyzed Mailed in from 86 harm reduction programs Collected across 57 counties 243 distinct substances detected to date Unique samples = n_distinct(sampleid) · substances from lab_detail.substance · includes samples with date_complete 26 Jan 2022 – 27 Aug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27 Aug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27 Aug 2026 · last 12 months: 28 Aug 2025 – 27 Aug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27 Aug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27 Aug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27 Aug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27 Aug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27 Aug 2025 · past 12 months: 28 Aug 2025 – 27 Aug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27 Aug 2025 · past 12 months: 28 Aug 2025 – 27 Aug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27 Aug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27 Aug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27 Aug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28 Aug 2025 – 27 Aug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28 Aug 2025 – 27 Aug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2026-08-28T15:31:57Z</dcterms:modified>
  <cp:category/>
</cp:coreProperties>
</file>