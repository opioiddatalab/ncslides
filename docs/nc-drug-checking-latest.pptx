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0bdfaa145b8a0b1dffa286720cc66850fcc6d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864bce6d092593af0653b3b5323297375deb57.png"/>
<Relationship Id="rId3" Type="http://schemas.openxmlformats.org/officeDocument/2006/relationships/image" Target="../media/cb48e34140c03d80e1bbce1ff86e14ed075fbab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596a1f72205ea07b5f391f3953113e4ec64881.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5cf965348411ff32267b325a6de3dbe989ff0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e8b7e811588b74b265c622ba4523f675da224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86200b95311ec2de74c011b256f7ba8eb6f337.png"/>
<Relationship Id="rId3" Type="http://schemas.openxmlformats.org/officeDocument/2006/relationships/image" Target="../media/ef6f25f9c526528883536fcf39cb3fd8a29dcb0b.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9b9b3fb5b43ee9694160ae9f30598c713a5272.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f6bc5eb67e2e95ee47aee65873deb25291eaa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7d2733e79d746ff59addda024e3ff36342bf4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867dea86b5e6133242d9b830a735b0fa3437cf0.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8bcf782471e0b8ac276fc90875e80ba31f98a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b5ec99914230c9f6e6105c01a62537b4d2b7be.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fed5a78ddb0d13288594aa1c63af8644c6e5bb.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c9243b25af162e7c3334891a63cb3397d07d7f.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0772f760f4e381adf65ce00f73442546065d7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940bd9a6d8c52ff7404f25960aeede45a498fa.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7677c302a05a99d28bc43b5b1d838f57c4da82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054961c0f615cace88a3d1fa9e5ee24c9fa579.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aa5774a8d3ff3089003715a34373e5cc7d0473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c6c8c020a537e49fe73c1d5be8c7ff7e92942e5.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ae2c16118ad912e3230d26aa2c7e0eb8a712c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594caa46be2eeec7e031ea04ac54369c0137421.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0e99937c7428e028f537c7e5ca2548d50b4f9c.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900e40070ffbb38e3fcda862234f3368847aaf.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3e79f082e44d38d79b0764c09921084ff55fe5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c11c341417bb34d8481ad02d479ab7fc4ff0e8.png"/>
<Relationship Id="rId3" Type="http://schemas.openxmlformats.org/officeDocument/2006/relationships/image" Target="../media/b297333ff99a6ebffe69b7b340146af5c75ee57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4b30509948704f886e931123187c80499e17a6.png"/>
<Relationship Id="rId3" Type="http://schemas.openxmlformats.org/officeDocument/2006/relationships/image" Target="../media/04425982de8cd9d74215c570472f60c6e2847a0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9fbd0a8e2965d832fae4299a8a8f0b0e836e2d.png"/>
<Relationship Id="rId3" Type="http://schemas.openxmlformats.org/officeDocument/2006/relationships/image" Target="../media/8e3586cd059b91074d3c77a6ebadcc57cdc50f9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cd3b1f49c0a32c84ebaf88afc79804b65ae748.png"/>
<Relationship Id="rId3" Type="http://schemas.openxmlformats.org/officeDocument/2006/relationships/image" Target="../media/1545031c4ae67381cc0d785acd6249571ebcd44a.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October 31, 2026 · 9:46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30, 2026 N = 3,082 NC samples analyzed Mailed in from 86 harm reduction programs Collected across 61 counties 254 distinct substances detected to date Unique samples = n_distinct(sampleid) · substances from lab_detail.substance · includes samples with date_complete 26 Jan 2022 – 30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30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30 Oct 2026 · last 12 months: 31 Oct 2025 – 30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30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30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30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30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30 Oct 2025 · past 12 months: 31 Oct 2025 – 30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30 Oct 2025 · past 12 months: 31 Oct 2025 – 30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30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30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30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31 Oct 2025 – 30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31 Oct 2025 – 30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N-propionylmethamphetamine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29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N-propionylmethamphetamine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29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2026-10-31T09:46:50Z</dcterms:modified>
  <cp:category/>
</cp:coreProperties>
</file>