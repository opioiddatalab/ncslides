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c4b1f5d12e5ad27defb0ffcd7b81863586b90c.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e7cf14d300bec0a7411f5245995f3c99afa5615.png"/>
<Relationship Id="rId3" Type="http://schemas.openxmlformats.org/officeDocument/2006/relationships/image" Target="../media/fe605a6fe8a1c4ef1ac4652ef330745445e4c141.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c1ef5b6238b6f493f837effe4f97eee8e0aa171.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fe0c1c2294780438261c3843f78e549a8972f7.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9b4388f93f830190e3b8bf772b8956aea13f712.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bb80ff765129133acb3612e25c532a05b603048.png"/>
<Relationship Id="rId3" Type="http://schemas.openxmlformats.org/officeDocument/2006/relationships/image" Target="../media/24b762569be753120835ee4afef33793d952d9cb.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41201ed0801e2b5aff7612ab20cc6adb849da2.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4a88c9436b9bd5afd9bba91e5601ac5b877260.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5a32ad9d07ddbb1fba7db0ecfde45e89597e21.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43d986124b2027a280b620855ff4c09a7ce73b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a68467f42832eead4c55d6a63bf86674bc8229.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f8c997f1ee3ece44b8d897785d3290a19b06a5.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c9ee5b40d92703887d66a55023be0ca7274d3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28ae06044e5e65439da4a4f1c4d84302c2fbe5.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ab3bc93c46460a441c23fea784ae18919bb7384.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0b3f1876447b11c82a96a5f9c8610f2b381537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268f4937b98392a269cb5c1d336777324a219b.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d512d9ddd2f2381737c38468703f3d9cdb2b59.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78d9827b16f5c57ed8a8ac404e4802dc6b31ec.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834b89bcfb1a194877c6d26fbd8bdfbcad85bc.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c9f88b0c8d8372d6e28240d2033eb0bba74b244.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62d30e16ac7618d34a709b01c1ad7d985a87a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91b442b9d65a2e00f170b42a02aa476dc3af17d.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c3371449a4a20e05ce75ca85c5a7331021ee51.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1e23970e6e21d4b0f13bfb7e67e619af5cf5d7e.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6a49426b1cc4e601c3061465ba963ce1215767b.png"/>
<Relationship Id="rId3" Type="http://schemas.openxmlformats.org/officeDocument/2006/relationships/image" Target="../media/bac541c86b9e8d1bd8cb1b139c7b071d48628411.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f5f472c7e1a688a673c9badf368158bcaf87cb.png"/>
<Relationship Id="rId3" Type="http://schemas.openxmlformats.org/officeDocument/2006/relationships/image" Target="../media/47eb99356c2fa65fe6146037ba0b0298607fe4e1.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a2f8172970a9afb6077ee9f6e7a7199425cc95.png"/>
<Relationship Id="rId3" Type="http://schemas.openxmlformats.org/officeDocument/2006/relationships/image" Target="../media/3d0159090f844b959e227ab5a5bb128bfe341a17.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d446fc78b61b84202551ddc300c0ca66859403.png"/>
<Relationship Id="rId3" Type="http://schemas.openxmlformats.org/officeDocument/2006/relationships/image" Target="../media/0d834f9298653dd1238911392026e25a2206fad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Tuesday, October 27, 2026 · 9:27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October 26, 2026 N = 3,047 NC samples analyzed Mailed in from 86 harm reduction programs Collected across 60 counties 252 distinct substances detected to date Unique samples = n_distinct(sampleid) · substances from lab_detail.substance · includes samples with date_complete 26 Jan 2022 – 26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26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26 Oct 2026 · last 12 months: 27 Oct 2025 – 26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26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26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26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26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26 Oct 2025 · past 12 months: 27 Oct 2025 – 26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26 Oct 2025 · past 12 months: 27 Oct 2025 – 26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26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26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26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27 Oct 2025 – 26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27 Oct 2025 – 26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psilocybin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23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603618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2026-10-27T09:27:18Z</dcterms:modified>
  <cp:category/>
</cp:coreProperties>
</file>