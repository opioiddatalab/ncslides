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0456de6e8f20f3de0067b33817fee3d1b3b1f4.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b02b5118d8a508f61c389d71ffd4a8dccc99a677.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ebd37aa98b95fed22eb434a349a2760d73c59c5.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df06c7333aaaac1b87f3c41fb5af7a10e6fb2a8.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d3cb57183e7aa7ca561f9bc6fd257eb58bbdd1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6165544f07b59fe5a3e68e628daee5217696d6.png"/>
<Relationship Id="rId3" Type="http://schemas.openxmlformats.org/officeDocument/2006/relationships/image" Target="../media/1035e41f0c86d7d6a76263a76a8a77e3c07169c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fd49f8327d7d5c24eadf7a23fdc499c123e360c.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937d91ff7588670d4f430667bfcae28a50e431.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aa42eb7d06f7e1c8f48cf7cfa07598c40857f8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1bea781de8f647cb336c87009fe2132ef6f5d35.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e27dc25c7db2d694ea2a907f4c6e95e5b4756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d97b9d28a058f4fabadc7a214b56b91aedb9e3.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35f8414f9f3e0b1f90e8ac2185e03b2ad1af934.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95fa342080737b74bcecdbf368b2bb2eef4f2a.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bdd27ff1ed62fdde631268f0553260cab3eb91.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c63b9bd1f6d2287c7942714012868c38d45173c.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da9c6d9a96f1b51b38780e8c0a48ea3cf1d81bd.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e68b5dc5f5a7f7b5fb2bc74dcb18ff427871fcc.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04c7d82c7797bd0e0692208db52fb78d920b4d.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8b01d0cd46a64b5c954ee7111f883ea00b84ea.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5f5cb569889c86cb066030514b124cc60db7e4.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6f65e69611aa01d9608141ba16a61ccff10d95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0a5f1e67fbad3cccddaaf78703c799ff655ffe.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ead0a315112dd796ab5b932030cba1df09384c.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711175fab2e6eec85a757fec5b835bd8f0c67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f2a3aa37ef2166d19a87d7459494c325c25f8f.png"/>
<Relationship Id="rId3" Type="http://schemas.openxmlformats.org/officeDocument/2006/relationships/image" Target="../media/a63308f38ad8365b8a95251aef5ac4847b76d299.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dc665125564b8e368facdc826282116fb8b5c8a.png"/>
<Relationship Id="rId3" Type="http://schemas.openxmlformats.org/officeDocument/2006/relationships/image" Target="../media/26fbe6c65115dacd4c5bf89ee4a234cb4a577679.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5b6955fc20da859737a8d6e8bca510ae8524590.png"/>
<Relationship Id="rId3" Type="http://schemas.openxmlformats.org/officeDocument/2006/relationships/image" Target="../media/31f351abe687960f87e2016f1639b50b3a795ae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2e925c3dcd87908274d19a23ed474e0ddec9c8.png"/>
<Relationship Id="rId3" Type="http://schemas.openxmlformats.org/officeDocument/2006/relationships/image" Target="../media/50e7af5786ba0306c288022cd1ed0e0d919723b6.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September 14, 2026 · 10:18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September 14, 2026 N = 2,799 NC samples analyzed Mailed in from 86 harm reduction programs Collected across 58 counties 245 distinct substances detected to date Unique samples = n_distinct(sampleid) · substances from lab_detail.substance · includes samples with date_complete 26 Jan 2022 – 14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14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14 Sep 2026 · last 12 months: 14 Sep 2025 – 14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14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14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14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14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14 Sep 2025 · past 12 months: 14 Sep 2025 – 14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14 Sep 2025 · past 12 months: 14 Sep 2025 – 14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14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14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14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14 Sep 2025 – 14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14 Sep 2025 – 14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2026-09-14T10:18:57Z</dcterms:modified>
  <cp:category/>
</cp:coreProperties>
</file>