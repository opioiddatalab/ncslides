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b70979d22afcdfdaef0a39e4e9231446dbc348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77b369cb517688c79bd4ff31c351d85c1b0fff3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e42a16afac52d1476351627cdf900a81e0258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1e0eca6c8bf468f14277011b29d1c6d7081a7e.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1c465ee45f4b72553d006acf931c5d3bfc08c4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dfa2987348fa0f5ef0ba379f334112a488de16.png"/>
<Relationship Id="rId3" Type="http://schemas.openxmlformats.org/officeDocument/2006/relationships/image" Target="../media/0c3a343bd63cf4ff30ad7c525f25ee54336bfad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181b974a6abc23d8878e35e50da95f63b14165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89954da914678c218dbfea076e0e630af41cc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1f7d88bd9b6ffb7958bc91af5b45ee7879ffa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7f4194566a7c6abc6a4f96a2aa940a57292c5a.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5ba2b3965bff21fccc7011c861b409e15d6353.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348ca052e79d8f7cfbc8b036d090b2cca05ffd.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76fa4e8258386636e81bcf8235bb02e67d6c35.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e2192ebff3dc9b88eeffb9a97829478887ead8.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e789f8363753b573c734e0a3dbc9cc9040b41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0c90f4ea57baf8cab96244acee5fc3598cc217.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608e0240b4d119449ee2d3ec2c018252099eb9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8bbed2ea734c34660ecead6c69325764cea91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cc31afc80f459ae209444675427aeffe600bd41.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132d184858bf7b6cf44ead5daa7bb44ec849b7.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7b698befb2bd638e43b31361a0d31915f8d8fe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d43abb3f5f474db96064b01320db0cc51233b9.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54d77ee113422e8471b7166499ff216108c155.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616f3ddadaa8eaacfb5ac5ec0840bd633eb192.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df3c3202f33740275113ac29b5d728b182bddc9.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8993d2cb1f5765623d5b4525bc62f3c636b36a.png"/>
<Relationship Id="rId3" Type="http://schemas.openxmlformats.org/officeDocument/2006/relationships/image" Target="../media/e21fe7bd14a934a05985057ef59a3aaf556bfe0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e6092341940ae819642de3dc5d538b115a7047.png"/>
<Relationship Id="rId3" Type="http://schemas.openxmlformats.org/officeDocument/2006/relationships/image" Target="../media/13afbba7b8b6d3883507da0f31d88f11674839c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3455e5518dec3a274b5001b639615e2f65b1dc.png"/>
<Relationship Id="rId3" Type="http://schemas.openxmlformats.org/officeDocument/2006/relationships/image" Target="../media/ed6df8f43778bdc01c0fb2c70f61c28ab662b58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3af814d78f812f7cdf2d74ba2be5532c01f1c43.png"/>
<Relationship Id="rId3" Type="http://schemas.openxmlformats.org/officeDocument/2006/relationships/image" Target="../media/8ff45de6985c20c30e0799f84644f214de3a5fb5.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October 23, 2026 · 8:44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October 22, 2026 N = 3,012 NC samples analyzed Mailed in from 86 harm reduction programs Collected across 60 counties 251 distinct substances detected to date Unique samples = n_distinct(sampleid) · substances from lab_detail.substance · includes samples with date_complete 26 Jan 2022 – 22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22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22 Oct 2026 · last 12 months: 23 Oct 2025 – 22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22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22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22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22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22 Oct 2025 · past 12 months: 23 Oct 2025 – 22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22 Oct 2025 · past 12 months: 23 Oct 2025 – 22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22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22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22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23 Oct 2025 – 22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23 Oct 2025 – 22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2026-10-23T08:44:17Z</dcterms:modified>
  <cp:category/>
</cp:coreProperties>
</file>