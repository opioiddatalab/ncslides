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10ecd74d9da39acc2347b11aa2628ec19c7b76.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b5bff8b3d8cd8c93195c5254f8127d5a2c066a45.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e76df172d60cc04d1bec6276ed65389f35b20e2.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7826d7f37ee5a8a14589e91572e89df556a6050.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19619d0bb236765152e5261cf34fb3077cd13b.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e399a17d9898ccd37ea2f78767116082a6a62e8.png"/>
<Relationship Id="rId3" Type="http://schemas.openxmlformats.org/officeDocument/2006/relationships/image" Target="../media/160246bd1fa8223ef28b84995a390775e40369f7.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ba02ddd32b4b51191b7e50fffe946fc7f7b3485.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f1194b2f1fc7df09d1c731053c52abce9e8551a.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1ea91bd8ed2d9cd633ba407f38df3ff49218b2.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9da6e9b2b0c57f20e4d721ff5712eed0217a7b9.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26f9a7fdc977063bc14cf8a26c4d9924a03fdc5.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ebe4690955a02f6e06163b94e786e1173d60b00.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2bb50db13662ba39f9e90b8c87b4608cf2e6c8.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fdf7e3afcc830466cd32f1f7079c08843fb6715.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c5626e5fff4671da067a776e512967391f29c18.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4a43c935bb1a5d006e1d3cf6a748942683318ac.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c0284a292b30bca38b727ffb44ba9d3a6c88e39.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b8d471126359d40d61602c98c16a5a92a95d81.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9d8c2e3887e333725960b43109caa98826917e5.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17a208f39fa3ed1434c4f5817f8081e4a61efd0.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22539e7cceccb012bb60838c59797e7f6fdf7b.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19377aa6e72d6bfeb966c9e82830fbe5bb265b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fee384e032f4b74dbc273f8351086e8c6056248.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22965f158964b4fd268f78777ff256620f11.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d4caabb0230102687ba624e142d3550bc911b5f.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133f842a13e33d366c7f45aeb2a6f89cee1b18b.png"/>
<Relationship Id="rId3" Type="http://schemas.openxmlformats.org/officeDocument/2006/relationships/image" Target="../media/89bb12132683ce30f3cb39566e5debe35e250c03.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59b0e49de8acb3bef89f95d6f24352171d1cd0d.png"/>
<Relationship Id="rId3" Type="http://schemas.openxmlformats.org/officeDocument/2006/relationships/image" Target="../media/5b8ce551c8b7456a71442407499c42e85f4ea319.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91778eabb23e4044e56a4a83c5bc4876f45e36.png"/>
<Relationship Id="rId3" Type="http://schemas.openxmlformats.org/officeDocument/2006/relationships/image" Target="../media/e3c40951466f3fcf3ac65b877748ee898ed1ffa1.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23b0b85e6d82bbd74d4cdff43b25cb57ffa7965.png"/>
<Relationship Id="rId3" Type="http://schemas.openxmlformats.org/officeDocument/2006/relationships/image" Target="../media/5fbcbda7ea9c560ad7218d6380846d5e2a0b964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eb2a22275d84d2c4db2c731e65e955a4a06977.png"/>
<Relationship Id="rId3" Type="http://schemas.openxmlformats.org/officeDocument/2006/relationships/image" Target="../media/ed1242a4c2fc9e63dd94f98388fb80835e54e97a.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8948dbc3d58ea63602231a456b92dfeb82d201.png"/>
<Relationship Id="rId3" Type="http://schemas.openxmlformats.org/officeDocument/2006/relationships/image" Target="../media/0cf0de55858da0fb644620fecaf16127b224996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6959d2737806a3a508e293bb41501865d5750cf.png"/>
<Relationship Id="rId3" Type="http://schemas.openxmlformats.org/officeDocument/2006/relationships/image" Target="../media/772e0e6131fb32f1defa990e6478de2b77099aa3.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e2198422226afa7b6ce13c2753f846a964ad29.png"/>
<Relationship Id="rId3" Type="http://schemas.openxmlformats.org/officeDocument/2006/relationships/image" Target="../media/c6bfaecefbc674e627f49acc372057fb503602b7.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Thursday, October 01, 2026 · 10:39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September 30, 2026 N = 2,929 NC samples analyzed Mailed in from 86 harm reduction programs Collected across 59 counties 247 distinct substances detected to date Unique samples = n_distinct(sampleid) · substances from lab_detail.substance · includes samples with date_complete 26 Jan 2022 – 30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30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30 Sep 2026 · last 12 months: 01 Oct 2025 – 30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30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30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30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30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30 Sep 2025 · past 12 months: 01 Oct 2025 – 30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30 Sep 2025 · past 12 months: 01 Oct 2025 – 30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30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30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30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01 Oct 2025 – 30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01 Oct 2025 – 30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152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2026-10-01T10:39:56Z</dcterms:modified>
  <cp:category/>
</cp:coreProperties>
</file>