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b614f4f20551785b7ad0cc3fec05b11f07e18f0.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e7cf14d300bec0a7411f5245995f3c99afa5615.png"/>
<Relationship Id="rId3" Type="http://schemas.openxmlformats.org/officeDocument/2006/relationships/image" Target="../media/a9feb246036ca44f1ee8ebfef3899f7874cc577e.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0cde6e106024c7d2b9d86e15d7aa2739e130091.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8e2899768676334e0be9b2e907c94183b3b3731.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b3284cbf44b63a8debcef9eb2e3558858a0f3cd.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5789bf80504bea9246c1672ddd9d9e6ff8e4aec.png"/>
<Relationship Id="rId3" Type="http://schemas.openxmlformats.org/officeDocument/2006/relationships/image" Target="../media/6b3e6184db6f8cb768930f4048ea86cf048b7318.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ca6ee87450c5cbe83f1eb002f022849d73974c8.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bba21243bf7034affc32593b638b7ea0ace1913.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47ea889b07085da4b74ee691f2a21cf3d54f0c4.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b664a822126190647af12ae962c55c15a9027a4.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17949043214129d3e7d2799d6905080f9151181.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6bd4949e6baa324a2e23e661d60bd7ebfdd5aee.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2f37cbfdcbdf675648d2b2fcf47dd5bde204124.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2a752c19cae755fda9702a6e09c89c611d606fd.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df243755e67acb2b93778800ffbf9b7a7230021.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70bdcde93a00faa73f8bc6d272dfe777c3f6460.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43797940be1b9393435208aaeb6f723338d6b96.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a3c08e79327ed1c49b4b3fca4eab2496b8e8ea7.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07b6e7ebd05a4ab7a1931c27df2b5f2231ae207.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7b6a33938189fcc49af0299dc3cdb4b200dacaa.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634aed54e0304b55d1c5bafbf8d68f64b62611f.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dc44b5698886638e5e5751ca2a5576f93eb4de3.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1b33c6ba08a2b366c06ea4b66558af6568e88c7.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1d40c1451f4c7a44a46ae8a9832af4b082f2361.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b868d39e06231b770923e6d34b24cfcbeaa0f00.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de894287e7d72dc2abed03f0a2474e86331ce6.png"/>
<Relationship Id="rId3" Type="http://schemas.openxmlformats.org/officeDocument/2006/relationships/image" Target="../media/5f0346d198227a07e72346511fb15aaf5095254d.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c4acf696089dd2467f9984d91b1bbc7c3ecfab4.png"/>
<Relationship Id="rId3" Type="http://schemas.openxmlformats.org/officeDocument/2006/relationships/image" Target="../media/f0212200559294a9f6caa119124e8194c95193c7.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85536aea2585d790b8121c45db42f4aee7b0a48.png"/>
<Relationship Id="rId3" Type="http://schemas.openxmlformats.org/officeDocument/2006/relationships/image" Target="../media/e19040fb6fb0c65d2f6cc126f40bfc2c8424127e.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811463e7a518ef51b3b96d4d556d5cbad3e02a3.png"/>
<Relationship Id="rId3" Type="http://schemas.openxmlformats.org/officeDocument/2006/relationships/image" Target="../media/5f7ea1784effd4d30a7db13782fca6739b86f111.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ac5f19566d7afda0ce2556fee51398e28249ee0.png"/>
<Relationship Id="rId3" Type="http://schemas.openxmlformats.org/officeDocument/2006/relationships/image" Target="../media/0480d4cb7d42a1b82e0585d9b963a838259ff959.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7f30fe9266489331b10afdbfc93f8ecc1695a80.png"/>
<Relationship Id="rId3" Type="http://schemas.openxmlformats.org/officeDocument/2006/relationships/image" Target="../media/282f61f35882d16e47a01d3969d54aaccb00aeca.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28cc92f7bf960633e4b7f38fd0b2e7dabd030ab.png"/>
<Relationship Id="rId3" Type="http://schemas.openxmlformats.org/officeDocument/2006/relationships/image" Target="../media/62a75d14e5b04ebd3a6b32387ac4e6d72a309b8b.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3776026baaf2b0e2dffb72ecf88fd2926748730.png"/>
<Relationship Id="rId3" Type="http://schemas.openxmlformats.org/officeDocument/2006/relationships/image" Target="../media/73a2cccc53f14b2616884fd897aeb27efc6821dd.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Wednesday, October 28, 2026 · 10:14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Tuesday, October 27, 2026 N = 3,051 NC samples analyzed Mailed in from 86 harm reduction programs Collected across 60 counties 253 distinct substances detected to date Unique samples = n_distinct(sampleid) · substances from lab_detail.substance · includes samples with date_complete 26 Jan 2022 – 27 Oct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27 Oct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27 Oct 2026 · last 12 months: 28 Oct 2025 – 27 Oct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27 Oct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27 Oct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27 Oct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27 Oct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27 Oct 2025 · past 12 months: 28 Oct 2025 – 27 Oct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27 Oct 2025 · past 12 months: 28 Oct 2025 – 27 Oct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27 Oct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27 Oct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27 Oct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28 Oct 2025 – 27 Oct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28 Oct 2025 – 27 Oct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2026Q3</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2026Q3</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2026Q3</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2026Q3</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mifepristone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27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psilocybin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23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603618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clonidine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buspirone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464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crack</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373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155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mifepristone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27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psilocybin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23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603618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clonidine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buspirone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2026-10-28T10:14:53Z</dcterms:modified>
  <cp:category/>
</cp:coreProperties>
</file>