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554aadfbd9c24dbfb24db78e5ed61bb4bd27ff3.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a0a2d68189e87b088ce474ab3c6a1b88c52bad.png"/>
<Relationship Id="rId3" Type="http://schemas.openxmlformats.org/officeDocument/2006/relationships/image" Target="../media/b0b31628263648598aa4f7c63f3abcb90929fd57.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a07a86bb90dd69168d09fcb21f51158cb9e3cb2.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f542e5ab16468e3476591e034446d4f40ad00a.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4e119dd4583ee2bde0f25db58271e23f9e4a01.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d3e0e66a8f441a331d172bb14b07451e519d466.png"/>
<Relationship Id="rId3" Type="http://schemas.openxmlformats.org/officeDocument/2006/relationships/image" Target="../media/61efd6dc1692cdbd0d1870e172f739f4b7ef88b5.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11f742d7b6d480a51a26c0a665f375e71de3c04.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d40c570ce6bf22d71998209540bbce7e022575b.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4b918a461febbbc9a6c90883388d06b499eb568.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c6f0fff0c6f45e9556bee6eda7847bf7787cffe.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e935b8ee44701a483b14303a43cb8ea3d948527.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d1a8efa1775d9ae9714c85c7f742f3357c6b11c.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addcb3fbd5118f95eb9f964a9be9eaf2aa929d7.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31f6cf2012e6f3fd0eaad61823b4a7c6db5b8e3.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ce8d4b9285db4ca9a87ce1d336213e876e9a3d3.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14838d0f6150efb24826ad95f188f33fc15277f.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09a7d97097233b6917c5f4357cf66342dbde5c2.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c22327ceb324959befc8fce56ecfc72c7523652.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66a9353c958e8ed0114a26e400ceedccde70de9.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1b28794956611853b616c6b1803a9e58f204a6e.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79bce816e16fd0e51e1fab184876965b60b41b7.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8b48cb6a2563a3b49c6a0d9c9df8c3ceb600d58.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ecf14df3e61314ff9fdca6726f4c8ea5539f3bf.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7b2bebb33fd90af280ee9b7e9de75bfb37a3907.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0024ef8a37cea75dc1f11385d7a7a7664d637a.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25adf38cc6fc249fb766fd8ca5e9643ba1052e5.png"/>
<Relationship Id="rId3" Type="http://schemas.openxmlformats.org/officeDocument/2006/relationships/image" Target="../media/2e6f10237b837cbfa8ca42be4b4b8136dc4978ea.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e034f81c0ee5e34f10e0c487736e9b789416390.png"/>
<Relationship Id="rId3" Type="http://schemas.openxmlformats.org/officeDocument/2006/relationships/image" Target="../media/19a5e4f9415c20f55df90e079b3603ed6d13ef88.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a9226339656e61b4e892e9d4dc049663c0f0143.png"/>
<Relationship Id="rId3" Type="http://schemas.openxmlformats.org/officeDocument/2006/relationships/image" Target="../media/9e295d8b81be93c93cfa5185c1f88ee8fa25cef8.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991a5dffc44880eb95c60a556bdacf2c905e288.png"/>
<Relationship Id="rId3" Type="http://schemas.openxmlformats.org/officeDocument/2006/relationships/image" Target="../media/138fc8322bca5b2e6f0f9ff722d2b7a9f059d9fa.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Wednesday, August 26, 2026 · 5:38 PM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Wednesday, August 26, 2026 N = 2,767 NC samples analyzed Mailed in from 86 harm reduction programs Collected across 57 counties 243 distinct substances detected to date Unique samples = n_distinct(sampleid) · substances from lab_detail.substance · includes samples with date_complete 26 Jan 2022 – 26 Aug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26 Aug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26 Aug 2026 · last 12 months: 26 Aug 2025 – 26 Aug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26 Aug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26 Aug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26 Aug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26 Aug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26 Aug 2025 · past 12 months: 26 Aug 2025 – 26 Aug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26 Aug 2025 · past 12 months: 26 Aug 2025 – 26 Aug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26 Aug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26 Aug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26 Aug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26 Aug 2025 – 26 Aug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26 Aug 2025 – 26 Aug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167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2026-08-26T17:38:50Z</dcterms:modified>
  <cp:category/>
</cp:coreProperties>
</file>