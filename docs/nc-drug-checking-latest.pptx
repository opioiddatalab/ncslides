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064bf54d10e3751e2a47e027f91067853def41f.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78ad19af69eef20e422608fdac7c5974a436d8c0.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42f7aeb59bdcfb2623bcffe089dbdf59962d4f7.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d2f09730b12ccc5d9b4d3ba1ff95e0aa8393790.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cf87c0bdeecba8be0346b8a9ad4aa6d8aec1b0.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4218d7f3f90504132c1117188d161ad5728eb4.png"/>
<Relationship Id="rId3" Type="http://schemas.openxmlformats.org/officeDocument/2006/relationships/image" Target="../media/e95d3a429c5525c073a43c75838b1ab875161472.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032f259bdc35759f1e1b6876a02daffd26c356c.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5c0271cc8b11ecd0d8a5c4ec1256baf381b2f4b.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4235783fbfa0c2bc8a57ae4b45a7514cbcc1229.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cb60efcebaf04aaf7a94b265aa4e216487284b5.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cd1cbcc89923c764f41edf421de5896bd95ff9c.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0940539f5d495e16c43591b4b620347cdcd5b41.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369b18e0992686d7ed7612df87cbbdd76ff8ff5.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0d4f54aa68bea123d68afe09b7fa7bf2ed6c3cd.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ae292e848b1309fd7066ec87caa2294750d6c27.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16ba0f97659c3c80cf9cf2757291cdcaebd6881.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ff8bb42a06c4c1e4398adef6d3bd1764617eb54.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f1922c67bfaf33be08f80171452d12e6c144237.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6e8310d7679718635990ae4aa7c9806913563bf.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94cbe3a03a744f86949a588a326f31694ede748.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1545e746bda6d73eb136ccca528477d5ad62a18.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6a30ff0e72d0f40731995f09b1da6709c3576bf.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58c21a627c9091ab5374ea117c20ba5d3ffe4a4.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3fe622309466c2696d50430aa9ed2d5e85ec343.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b2cbefd80f5d64843ed05028987c8af623698b6.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f172f2afb2967877f4f7b05bbcd84c67a71bde0.png"/>
<Relationship Id="rId3" Type="http://schemas.openxmlformats.org/officeDocument/2006/relationships/image" Target="../media/327c6348fea6da05154ac17ff93c875b7f88d7c7.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5fc092cb4e7da1e6e0b96ad4013951969cb87b4.png"/>
<Relationship Id="rId3" Type="http://schemas.openxmlformats.org/officeDocument/2006/relationships/image" Target="../media/f4635852effa9c1e1a1d03cf109ff1805b941dc6.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e0b971aee6b16e354c535c87763559e7e14058c.png"/>
<Relationship Id="rId3" Type="http://schemas.openxmlformats.org/officeDocument/2006/relationships/image" Target="../media/94fec3658e75ea7f143422762e72cc07c58baac6.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7ab08316efd6f8bd564ffd320fd853d74c451fd.png"/>
<Relationship Id="rId3" Type="http://schemas.openxmlformats.org/officeDocument/2006/relationships/image" Target="../media/6d82a362da96c26eccfcbe7abade853d5c631b67.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Thursday, September 17, 2026 · 8:41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Wednesday, September 16, 2026 N = 2,814 NC samples analyzed Mailed in from 86 harm reduction programs Collected across 59 counties 245 distinct substances detected to date Unique samples = n_distinct(sampleid) · substances from lab_detail.substance · includes samples with date_complete 26 Jan 2022 – 16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16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16 Sep 2026 · last 12 months: 17 Sep 2025 – 16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16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16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16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16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16 Sep 2025 · past 12 months: 17 Sep 2025 – 16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16 Sep 2025 · past 12 months: 17 Sep 2025 – 16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16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16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16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17 Sep 2025 – 16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17 Sep 2025 – 16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2026-09-17T08:41:19Z</dcterms:modified>
  <cp:category/>
</cp:coreProperties>
</file>