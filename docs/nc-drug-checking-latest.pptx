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d3609bb495d16b0a282c27c57a51786abcba0c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66f606176cd0b0aec771b39fec05a8a285dfcd52.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14098e18d9587c34aa027d870847af04a875088.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157b1468a320b194752c620426fb458d2d7e3c.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7e0bd1d849a25956d446e4af6a4d27470a4262.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a4bfd697d5f6365f2d9e39ea5d367a2a3568c0.png"/>
<Relationship Id="rId3" Type="http://schemas.openxmlformats.org/officeDocument/2006/relationships/image" Target="../media/238937c8eb235225aa100f363e305318b1748f9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08b6393658c83d01a08c6a381e7f58aff2d6ef.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a4e3f879b90ed99214ac48b285de02ded416646.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2f31360e4a5a1bad202232f080c4130e7d25bc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e0ab8991c52f44255ba81d2e485ccf39a54fd9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3fa4085b4115d42d2a3ec104deb774c2dffbbba.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256b973407549139b9c02f502e99276b2bbf1b7.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8e4d84783a85990aae3b7fd39b88fc07be9a78a.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018b5cc2711fc5c01618c70f19e4ea1ec6da39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530a61f1949f9a2d9cff2858c76cb18f5f9ea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f1b9302fd10397da61b5c6e670846117937b61f.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20afeb5964005b7032ec9b4a0f8174d0043402f.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e5d06fb1e0a8a021a84e8a2797dd874fcab33e1.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221b4ebcfed92f599ab4764496564c280075a01.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196c3279daa793563b4f8bf4c9a46b4674c744.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57a9b341eab55f1cb1413735b45bc0ddb5010b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41ebb34a192698d2c617821c9e5d4f58722497.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1a5f4b7f24fbfdc28e279a2f0c167b207b7353a.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f244766115f50bb73780e9f899428b001d4becb.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0d38e56819c9d2c2e01023d7d6df888f097bf8.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6a187aa4b695169453195b5843f2672a5ab414.png"/>
<Relationship Id="rId3" Type="http://schemas.openxmlformats.org/officeDocument/2006/relationships/image" Target="../media/78bf53e447efa8eb9aaabb16b6af5fe3921e705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2a70c53939500e05dbd84d0d02d2475dd72939a.png"/>
<Relationship Id="rId3" Type="http://schemas.openxmlformats.org/officeDocument/2006/relationships/image" Target="../media/678f4b8d02cf26af00381ed4c0bcdc121270bfa5.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1881bd207771b37b98df75b25627cf89dc3f1cd.png"/>
<Relationship Id="rId3" Type="http://schemas.openxmlformats.org/officeDocument/2006/relationships/image" Target="../media/e7d90043d7da899502b509a52b3bb7f6fe8b1ab6.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673623a1b251aba40a84038d604946ea99d09bd.png"/>
<Relationship Id="rId3" Type="http://schemas.openxmlformats.org/officeDocument/2006/relationships/image" Target="../media/e4c881f73b0d6d6525bc4582ff2514f20914617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September 19, 2026 · 8:01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September 18, 2026 N = 2,860 NC samples analyzed Mailed in from 86 harm reduction programs Collected across 59 counties 247 distinct substances detected to date Unique samples = n_distinct(sampleid) · substances from lab_detail.substance · includes samples with date_complete 26 Jan 2022 – 18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18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18 Sep 2026 · last 12 months: 19 Sep 2025 – 18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18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18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18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18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18 Sep 2025 · past 12 months: 19 Sep 2025 – 18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18 Sep 2025 · past 12 months: 19 Sep 2025 – 18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18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18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18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19 Sep 2025 – 18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19 Sep 2025 – 18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1,697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2026-09-19T08:01:20Z</dcterms:modified>
  <cp:category/>
</cp:coreProperties>
</file>