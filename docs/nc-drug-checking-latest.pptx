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835aaff668201a6a6bbdadd603a40dbb3feeb7.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5b2f9e89d13d8186233527f047a90ba5e1126fef.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a05e72856cc9009e62d0ad8dfbadfb3fe46c8c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0667449e3a20bf8f54f290c822696c3c4b38f4.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006c48e9e4dcab129210f7a297d9d7a8e1c7b8.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c15f7d768f9900c7cb48f201caa12ab36769aa.png"/>
<Relationship Id="rId3" Type="http://schemas.openxmlformats.org/officeDocument/2006/relationships/image" Target="../media/40a8866a676f4707d8c35c706cf2a73ad71a2fe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10644f74de21acb4abf0756059f07a5558c20b8.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65ff22581e08202d6fdef770f069cad1844ee9.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dfcc022962c7c4c5b125ab72cd9f6495933ea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6afba01be4f64e56a88c546cee92d2f1bcfef8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07adc0c73bda1b4c9db379da020fd59b1fe28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67dedc34e5a55fc42444e18ce79d2c3d78f314.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6a19f1c99d36f7668c5c4d521312ad1e02133f5.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ca43eaf4f13389aa2e271b5b9bf12a8afcb232e.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74b2483aa9527d1480232c9d50cfe00d6f28b3.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875ea6b7cff600a67569f5f8948aaba2f8f0c3e.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1455ce8e2c10ccb65d9076a22875f55e8c799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1a95e25a5242c2f88061a9bd5847a13e328e68.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b86b2112d56a08e5944409d293ab706104aca4.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a11f66fb45459905c9e6740808f650c28c90e6.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d358b498d6f4633b5b6c07a730852626cb4240.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b291dbea0eff78c7e1e89f056f218efa47c7a6c.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9d5e93933c111a3551d940cdc1aff8c949742ed.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19f58658cfb2c28f12007aabe99fbdbc926c8ad.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a23a1810a31ef2b86db03f52d8d1783e2f486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aef2f6eb8449054568939b3e8027143563d311.png"/>
<Relationship Id="rId3" Type="http://schemas.openxmlformats.org/officeDocument/2006/relationships/image" Target="../media/8de4ad12222e56042b1c76055ea3b04b3f16235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e958628c3b8b8890e93283a4ce90c6b7c514b5.png"/>
<Relationship Id="rId3" Type="http://schemas.openxmlformats.org/officeDocument/2006/relationships/image" Target="../media/1e92cdea8cb83cb28e1c01bc7cac2c9226945e5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6e5c0d0e519527d292aab02fb1d07c7713e92d.png"/>
<Relationship Id="rId3" Type="http://schemas.openxmlformats.org/officeDocument/2006/relationships/image" Target="../media/f71739e06f5c2322018bfa20aa01d42563d43983.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60a2177c64367d9510477c3f489635a1e766930.png"/>
<Relationship Id="rId3" Type="http://schemas.openxmlformats.org/officeDocument/2006/relationships/image" Target="../media/0c3f6b2ae2e15099709a973ab7e3309b232c5778.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October 09, 2026 · 10:28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October 08, 2026 N = 2,955 NC samples analyzed Mailed in from 86 harm reduction programs Collected across 59 counties 249 distinct substances detected to date Unique samples = n_distinct(sampleid) · substances from lab_detail.substance · includes samples with date_complete 26 Jan 2022 – 08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Oct 2026 · last 12 months: 09 Oct 2025 – 08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Oct 2025 · past 12 months: 09 Oct 2025 – 08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Oct 2025 · past 12 months: 09 Oct 2025 – 08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09 Oct 2025 – 08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09 Oct 2025 – 08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2026-10-09T10:29:00Z</dcterms:modified>
  <cp:category/>
</cp:coreProperties>
</file>