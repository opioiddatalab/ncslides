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fae7f57e388f05e6bf0592802f69b5361eaa773.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1734d23c51bd62c2b13c33d01f0f8cf473ac9c.png"/>
<Relationship Id="rId3" Type="http://schemas.openxmlformats.org/officeDocument/2006/relationships/image" Target="../media/ffc1f2b7df739bebe52679d66e30e59de418640c.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5336affb745df1d52c15ce89b84a170126c80bc.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63f830cbf30f4e9c6b8b067e81e93021c8fd730.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a026e9931048d2a29bc9c78c0f2d1b44cae2c5.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dc55b907440b33006a20c9d1f064824b1e8f458.png"/>
<Relationship Id="rId3" Type="http://schemas.openxmlformats.org/officeDocument/2006/relationships/image" Target="../media/0b60b2598db66eba2053b04060a5b668ff648bf1.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9edf7a5f868a328ba56f52d9e391c2273e2c1e7.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f937d91ff7588670d4f430667bfcae28a50e431.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db9f30eeb17a178ef3f6a05b63c993b05880481.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e2bd02cad577e32d5115b299ed6e520d049965.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c827b85390e833c9ff69c4b6dcbcb26019f06a8.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b9a073f4c117309769e24bb9e9083ca69091abb.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40d83a96b479a5e41cea36ae9691711876d5861.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3501691960029709b1db851e5332062e5f6eec6.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89c483650eb7b42a9b8f0fe4a06c3d79c553367f.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8f8db38d82b41ac7652a36b44ae51972f069598.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7782d1a8905a26920efa96abbbf656472b989c2.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e68b5dc5f5a7f7b5fb2bc74dcb18ff427871fcc.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85914879218f0c7a58d1a8cce7b7c79829d26dc.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902ffde85fbdd56f3d826b2581a2f2085e2404d.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5f5cb569889c86cb066030514b124cc60db7e4.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6f65e69611aa01d9608141ba16a61ccff10d95f.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b0a5f1e67fbad3cccddaaf78703c799ff655ffe.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7b40ca13c973efe1d0fd3118cea945a8c3b9a10.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9c30481df180c0efd6e97d3877eae9977585c71.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3f2a3aa37ef2166d19a87d7459494c325c25f8f.png"/>
<Relationship Id="rId3" Type="http://schemas.openxmlformats.org/officeDocument/2006/relationships/image" Target="../media/a63308f38ad8365b8a95251aef5ac4847b76d299.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dc665125564b8e368facdc826282116fb8b5c8a.png"/>
<Relationship Id="rId3" Type="http://schemas.openxmlformats.org/officeDocument/2006/relationships/image" Target="../media/26fbe6c65115dacd4c5bf89ee4a234cb4a577679.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49783c5d685a6517373c24f9dcfd5d5931a493d.png"/>
<Relationship Id="rId3" Type="http://schemas.openxmlformats.org/officeDocument/2006/relationships/image" Target="../media/51f038b22b7dc441eb0297fc7cdf82bd28efa88a.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f2e925c3dcd87908274d19a23ed474e0ddec9c8.png"/>
<Relationship Id="rId3" Type="http://schemas.openxmlformats.org/officeDocument/2006/relationships/image" Target="../media/50e7af5786ba0306c288022cd1ed0e0d919723b6.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Wednesday, September 16, 2026 · 8:42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Monday, September 14, 2026 N = 2,802 NC samples analyzed Mailed in from 86 harm reduction programs Collected across 58 counties 245 distinct substances detected to date Unique samples = n_distinct(sampleid) · substances from lab_detail.substance · includes samples with date_complete 26 Jan 2022 – 14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14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14 Sep 2026 · last 12 months: 16 Sep 2025 – 14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14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14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14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14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14 Sep 2025 · past 12 months: 16 Sep 2025 – 14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14 Sep 2025 · past 12 months: 16 Sep 2025 – 14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14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14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14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16 Sep 2025 – 14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16 Sep 2025 – 14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crack</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1,645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MDMB-4en-PINACA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605414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triacetin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 Jun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2026-09-16T08:42:12Z</dcterms:modified>
  <cp:category/>
</cp:coreProperties>
</file>