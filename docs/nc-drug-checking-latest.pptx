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c4d2c31aecf22fb11b410b05bf90e685b98964.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c87d0b15afa37b115553efb5acef2e3b8143cde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ecb9471624aaa021c03dcc2c1bb5f851822ed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0718bcd9104dd3e2b58a47d80a83fae912ee7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751ad3104ecf2a2a488553ebb8ec5ddca2cca7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08cdb155f7abf758afbf7e46178cde7ad98123.png"/>
<Relationship Id="rId3" Type="http://schemas.openxmlformats.org/officeDocument/2006/relationships/image" Target="../media/1dc5cbb1f112489167d0baa32dabe09325864c7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6a0db0b9d0d126107bc600785228d486c53f8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895bec4b1060c1389108f15ab5209d941fad1b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b59286dc0d793e2b5ec687d025598b34ad494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f72e93d04377e5bbd7b91bb13c14dce8ae5ad17.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681ba4465ba0170bbe579fe5bee18c755f66eb9.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39eabcbf98f5a5cea62613ea21e1c49a6b8d32.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1dbb7f030bef56aab80a7c24d76bfef4c894f9.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bed097a713ff2debcc3d99191e11b5e7230290.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c5d9f0e7ff4e807156679bce196c452a41cb47.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e12509f0291617c44b68d707bf961b7e90d58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19475d128de4bb9cef0b5d0d61ef6cfc6e2c5a.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54d47bcf7233815bf04b3b970285d4f936344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0c8054a956b0dd77f45f4327a53d01a9466fe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688a46c438a8c6bd182c322d62c9c4fb962cd8.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2fdd53f8c44094e5822a726ecde890f64bf40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7688ae43a3c0b8efb8fa2fa4562cde29256684.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671010cf226a62774c73c319d5f92b8607a45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7f5987e101f1c2844f2a3f682bd8b7a3b06fa.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a13d17a278cd957c20f1a9e3d0842d7219b9d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eeb2f6ef22464d7a54ea1eb2985c6382dc73fe1.png"/>
<Relationship Id="rId3" Type="http://schemas.openxmlformats.org/officeDocument/2006/relationships/image" Target="../media/bcbf5b4b66714241a6704296c7f5408d669d6302.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019c66504aa8802f69478e79800861d1127c82.png"/>
<Relationship Id="rId3" Type="http://schemas.openxmlformats.org/officeDocument/2006/relationships/image" Target="../media/a02186ec0426cb2d217b99bd5b1092d1449fb34c.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46cd56a834e70d6864bfb24c30ab2176b4cc92.png"/>
<Relationship Id="rId3" Type="http://schemas.openxmlformats.org/officeDocument/2006/relationships/image" Target="../media/0f158f4b02d1ccd82be0a5fdef3d353632efd2d3.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ecb44b3be660974c3de49b39f83b994fe340a.png"/>
<Relationship Id="rId3" Type="http://schemas.openxmlformats.org/officeDocument/2006/relationships/image" Target="../media/ff54e66cdebbb9db5c02e49e8ae66157b432d18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October 17, 2026 · 7:42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16, 2026 N = 2,987 NC samples analyzed Mailed in from 86 harm reduction programs Collected across 59 counties 251 distinct substances detected to date Unique samples = n_distinct(sampleid) · substances from lab_detail.substance · includes samples with date_complete 26 Jan 2022 – 16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16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16 Oct 2026 · last 12 months: 17 Oct 2025 – 16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16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16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16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16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16 Oct 2025 · past 12 months: 17 Oct 2025 – 16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16 Oct 2025 · past 12 months: 17 Oct 2025 – 16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16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16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16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17 Oct 2025 – 16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17 Oct 2025 – 16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2026-10-17T07:42:34Z</dcterms:modified>
  <cp:category/>
</cp:coreProperties>
</file>