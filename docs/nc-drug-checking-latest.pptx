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41a87a00c73331bf62c1c490d4211d36cf2effb.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979e170a925a48b17e7e98ecdedfa182cb562e3f.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27642cf41e214ad88debcc1ca8ac08fb6b43f3d.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f2af98d39edcaf640016648842e5b64f4420d0e.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88d8e7c3253f34e4466492da37a5168bc9f21ba.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b27e1e30b54cd109cc8604559bb63a62f9abbe6.png"/>
<Relationship Id="rId3" Type="http://schemas.openxmlformats.org/officeDocument/2006/relationships/image" Target="../media/003f914a474c91a27948136476becb3beecde9ea.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3c86501ad6090b4512c391acb294cfade632477.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9bd7791f224d4f66a86199d1b98fb95a5f7fff2.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756e18eedd8633722943d921be197d3fc9f63b5.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75eac366e055fd94b1e41fd33c1cf01c1eb3cd9.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dae8b6f404ad41b563d8091d447383544ea842a.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cf08dc0a3553e67022095a999b674cca2e40b7b.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3ae37ad579805400ba92e37aaf2a63df6fc744e.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b7e16b8b055c29ba9c417663229cf011bc1bd93.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00e2d8df84d7a60ebf3fdbaab317123e5b2a664.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4c24768feff919ae22c4a4c59eb0ddae93c33b5.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b013ada85c37d4fd3aac0ca83e177d03aa068f9.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ac55e0aff0855951719eb20e388d9a3640fc060.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4923dd72d74d1c0c7dbfe678370589bb3581b2e.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7406f172096b8f8063be12e1fc14cd40c1f164a.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a628ad8837ae0d1d8dc19c9fd730d6393a875fa.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08f7daeddf45400bc021b5c7b33749b81fe2a06.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b659ef8e1015a6974e952bb84cb51bc452151c9.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8a319bfcf12d32cbd615e318b2f77524dd4c353.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ca491184c87b26a4988acb1915cf76d9f7cbf07.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8a7737967ab0a9406dff693178adf51ffedf36b.png"/>
<Relationship Id="rId3" Type="http://schemas.openxmlformats.org/officeDocument/2006/relationships/image" Target="../media/45163e14b81db471ec896d47606c3ae263214b1c.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c5ea53df9af4e6ce10db4e99159e71feeb0cb9.png"/>
<Relationship Id="rId3" Type="http://schemas.openxmlformats.org/officeDocument/2006/relationships/image" Target="../media/401a290685af205b832ed667d8d1ef58047d2ce6.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afcf4d75940909ff0bb39109b0527002bec8446.png"/>
<Relationship Id="rId3" Type="http://schemas.openxmlformats.org/officeDocument/2006/relationships/image" Target="../media/fa3f7cb65c84a5e4846a95f41917bc49a031ccc7.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90ec10c8094332cd3d187d8f7ad4c562f638442.png"/>
<Relationship Id="rId3" Type="http://schemas.openxmlformats.org/officeDocument/2006/relationships/image" Target="../media/f83fc975fab2c721baf78d94e24c40cb1835cdca.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61891962cb1eded890acb342409fe580720835b.png"/>
<Relationship Id="rId3" Type="http://schemas.openxmlformats.org/officeDocument/2006/relationships/image" Target="../media/2be7ef90076f578256510f23ab45b07430ba518a.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4f269b0f0bba6c3fe57d47ff7dbed2e0510dc76.png"/>
<Relationship Id="rId3" Type="http://schemas.openxmlformats.org/officeDocument/2006/relationships/image" Target="../media/2ee9d265099ac7fca0a008db04c69d91f4ab6565.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abb3ac068aadf4569ef774000bd3439158344f7.png"/>
<Relationship Id="rId3" Type="http://schemas.openxmlformats.org/officeDocument/2006/relationships/image" Target="../media/90ec0a0d0cb6e4c90562a509d95f16497f48b86d.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be2198422226afa7b6ce13c2753f846a964ad29.png"/>
<Relationship Id="rId3" Type="http://schemas.openxmlformats.org/officeDocument/2006/relationships/image" Target="../media/de77afd9028edaafa6eb1d94b2e2819621b411b9.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Monday, October 05, 2026 · 12:16 PM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Monday, October 05, 2026 N = 2,942 NC samples analyzed Mailed in from 86 harm reduction programs Collected across 59 counties 249 distinct substances detected to date Unique samples = n_distinct(sampleid) · substances from lab_detail.substance · includes samples with date_complete 26 Jan 2022 – 05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05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05 Oct 2026 · last 12 months: 05 Oct 2025 – 05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05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05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05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05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05 Oct 2025 · past 12 months: 05 Oct 2025 – 05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05 Oct 2025 · past 12 months: 05 Oct 2025 – 05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05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05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05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05 Oct 2025 – 05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05 Oct 2025 – 05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106837"/>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1,513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153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106837"/>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2026-10-05T12:16:14Z</dcterms:modified>
  <cp:category/>
</cp:coreProperties>
</file>