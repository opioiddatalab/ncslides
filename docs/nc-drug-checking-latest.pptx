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046c536a4e9edfb938fcd23bc73b64a0c4af75.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d1fbe691f12da09bf7c745c56bedc1cddd02108a.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d99330fad46a8b7998f583f00d7b40021a9a8b8.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8696e29625b20e67d4ec7210bf1d0aaf8643f9.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05c6bb3ef9294ffecb63952f950d536545cb25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0b5ac401b655240df763eb6090ab236420c2143.png"/>
<Relationship Id="rId3" Type="http://schemas.openxmlformats.org/officeDocument/2006/relationships/image" Target="../media/40aa4a990dc94f8922ca8412d7fb98b036bb6ab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c1597d5eda52eafb86866f486d4bfe573577a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3a49dac71a270e8d636a764efc2356814f80ab3.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efd4ccc3bff48c81e948e282da6157f1d3f178.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075edee1bf91dc9de84b805b0d1119e87d822f1.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0c4ed5c81820f93f3162257b3df3e1cc91095c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50915ee3d508d2fc19a20583f5dd2967e7994cc.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89055ad4d61d62e8cde8b76e80271d3987ab28.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d4cb07d5a5b20e7f8d437b87bbbb6c54cbcbe9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e312d7a74bb2510c6c30f0c829a515c33bdd6b.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8f6c02901d8739a2fc97e5f7c7dae8f6e11ad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efa1b5e6620f1f8e343fb0299ca87296fa6f604.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13ac60d9f0b34e7a4a181c9bf9fd2bb363150d.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b450893202a2fde8d55ed42e29f0c9be2d9999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78ba7d4bb20180a788360e08c7c0a74234a9c9.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a99cdf17c5ed8e0afaa97daa1a9aa01ad6e0b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83e9f6a957e2f171616a1b7f188f139801110c.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951a77e6d85787d8a9548efd8341dcb82999c3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8d6896b74148d712ce128989430b0fd2b66f8e9.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c14aca3f7d3b19187be8582f4c6943cfa97c74d.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7b6266bd75abd216dcf6cc49fb7e0e38630113.png"/>
<Relationship Id="rId3" Type="http://schemas.openxmlformats.org/officeDocument/2006/relationships/image" Target="../media/a1d58ef660d29f981009be8aa59797488e136ed5.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f8cd8a831e7660f2ab8cc75c310b770d69bfbc.png"/>
<Relationship Id="rId3" Type="http://schemas.openxmlformats.org/officeDocument/2006/relationships/image" Target="../media/8c50e5386b08ee4c5e091e21d75de6544244121c.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fc1d1fc1b419af42b6242f8e99167acb664846.png"/>
<Relationship Id="rId3" Type="http://schemas.openxmlformats.org/officeDocument/2006/relationships/image" Target="../media/63d04f223ec9399b1abc4e700104314851d4f8ec.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1d5bb8e3de08b100df5fd2da388ae39a4a6a6f7.png"/>
<Relationship Id="rId3" Type="http://schemas.openxmlformats.org/officeDocument/2006/relationships/image" Target="../media/0d4599e8ee1386274b238cdc0b66f2bc18758a36.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September 24, 2026 · 8:49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22, 2026 N = 2,873 NC samples analyzed Mailed in from 86 harm reduction programs Collected across 59 counties 247 distinct substances detected to date Unique samples = n_distinct(sampleid) · substances from lab_detail.substance · includes samples with date_complete 26 Jan 2022 – 22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22 Sep 2026 · last 12 months: 24 Sep 2025 – 22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22 Sep 2025 · past 12 months: 24 Sep 2025 – 22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22 Sep 2025 · past 12 months: 24 Sep 2025 – 22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24 Sep 2025 – 22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24 Sep 2025 – 22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1,474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2026-09-24T08:49:09Z</dcterms:modified>
  <cp:category/>
</cp:coreProperties>
</file>