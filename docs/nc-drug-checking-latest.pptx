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a891c1ba2b51a4f326c0567d9469c5a5b8a6f2.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7044f33eb0853a6c454f31ae94d7fbb035590edc.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5b932124f650cf7a6cd9bd5c73b877315727e40.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23c6e8a10257b89c1ed16da80a8deb05fa1007.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f4faeb75f8334c9143bcb2e23b61da0848c87c2.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8048e4b097e2fa780d1c487e192853a9c60494b.png"/>
<Relationship Id="rId3" Type="http://schemas.openxmlformats.org/officeDocument/2006/relationships/image" Target="../media/c75ecef9c9f166c7c3e9cd00235573a023dd8ff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bf9cac9db9d3250b59e7d9228d0bae715a10c4.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1abfc121e65b8be0c49879bc93d5a9d3546b50.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82bcd6fde75f0c68f533bdde568262b0af2f809.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61f4ebc5aa6cfa72b3626718215254c2970b83.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8d9b5a1a85c39f516efb105a844f88526650ac2.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bc2b06db93d30056a9c44435171b3c9237cf885.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cde7b9189bd99b7e857a2b4fb02b4676633d18.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90a4ed8f4aee8795f992d92f9cf6766a4bbfb97.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d74c462e657d20935960a7463f958c8259383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d406e3807d18c550e4c62ef41260a9136c9efdd.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cf25c9b710615e30cfef2e63fcb706f219329f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c93a4c478f0e30c3e55fd3bb4ba1a5ce329e6d5.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b009b4605492d65579c2c1eefd2b553bbd86065.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e3f755fb732db9bd95b262db0997726bb17ded2.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e7ed3693393477648178e9427884f4545d1cf9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7e2899deb85c99cf02096bec82fb4025b04c74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18a257a5de14245d62b5fd1729f7ae5b6edfab.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e99f873d6950c5c6461353b466140b54d8dce6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08b4cded24e95bec1c507b5a35bde50ef8078a.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1723ef7bbd3c071307930941b3a006a2aee2283.png"/>
<Relationship Id="rId3" Type="http://schemas.openxmlformats.org/officeDocument/2006/relationships/image" Target="../media/6dd29bf613f2fb4731e27ac669cbcab39c0da915.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b98305f6b1def00e2a781a5e5743d0bd236a6d3.png"/>
<Relationship Id="rId3" Type="http://schemas.openxmlformats.org/officeDocument/2006/relationships/image" Target="../media/02621595bb305072b91681ebd247dece58f02016.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dec3f72209b4c5243588c86ce832eb1080854ba.png"/>
<Relationship Id="rId3" Type="http://schemas.openxmlformats.org/officeDocument/2006/relationships/image" Target="../media/60cecf54114dcbe98773532fc5e7ab4557212eb5.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63ca1b49d491fdc4eed268910eedf7ebf59682.png"/>
<Relationship Id="rId3" Type="http://schemas.openxmlformats.org/officeDocument/2006/relationships/image" Target="../media/5ab6b51efb2afb2e38e1fff1cc67150f011cba46.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October 21, 2026 · 9:03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October 20, 2026 N = 3,001 NC samples analyzed Mailed in from 86 harm reduction programs Collected across 59 counties 251 distinct substances detected to date Unique samples = n_distinct(sampleid) · substances from lab_detail.substance · includes samples with date_complete 26 Jan 2022 – 20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20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20 Oct 2026 · last 12 months: 21 Oct 2025 – 20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20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20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20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20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20 Oct 2025 · past 12 months: 21 Oct 2025 – 20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20 Oct 2025 · past 12 months: 21 Oct 2025 – 20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20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20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20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21 Oct 2025 – 20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21 Oct 2025 – 20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2026-10-21T09:03:59Z</dcterms:modified>
  <cp:category/>
</cp:coreProperties>
</file>