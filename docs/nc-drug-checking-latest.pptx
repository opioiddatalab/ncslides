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d9ea01969d14d0ef34ad6944d07ad43ad4f7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e8f6d589dbc69308c5110371d7582bcf8b8d0c0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4dc4cc0817eccd5bb4335856431d5e8cb3c006.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8cfed89d474d22f3936201919cc2db77db2d6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5fe1427bf3846fc674cd9193167de940a0d9d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dfa2987348fa0f5ef0ba379f334112a488de16.png"/>
<Relationship Id="rId3" Type="http://schemas.openxmlformats.org/officeDocument/2006/relationships/image" Target="../media/0c3a343bd63cf4ff30ad7c525f25ee54336bfad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f53ba1ef37a2c165ca5d89a87b7fb89dc8da9d.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2bb80f3dd0ce68fa2bdaa3d239379e8ecf148e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a1c929804febd1df7d1cdc1718bc1ef0e8f7f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405d6985698db94faa2e530b5adbb7697fd8e1.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8316056517a8b64c8d8101454461529a7e9cb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e4a1267b6941fdd401723d0e9f32b4f47522c8.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94207166006b9243c95dd324512b73a67d24b.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00c1ade95bf0c1b447d464a07f4d867245a30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f9344e62e2f4535c4d588c83de1a9f81d14c2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a4f6d0950d405b36840f575df2b8d6f929988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751788b7ef4a6b3164d49178a037b29f5e7a86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ad619729ec090ffa2f7eb59989863c17b66c7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d742450005ae22c2dd011a010c46299f82fdb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fa66abe96090b5ed6e09fcce4c4df6c11078ec.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851de3dac79530484079d8182d777b5c21803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8b6e91dfe5a7f0ce50f96933bda8c5cc150f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7887c3412aa8b396423de6f9d8e2755b28bca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df1c83a07a178f6ca4b3ec0eb63814643d5266.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75254af22cae64ae79a856e56da93ced36a2f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afc2b4a33db0565f49b1f9981fc40ff6a32bf1.png"/>
<Relationship Id="rId3" Type="http://schemas.openxmlformats.org/officeDocument/2006/relationships/image" Target="../media/7dd05d8fddc6ca5009de96cdc9dd0940f015d4d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c63f218da8a32f2f336c62d56477ff21032acc.png"/>
<Relationship Id="rId3" Type="http://schemas.openxmlformats.org/officeDocument/2006/relationships/image" Target="../media/71c4cccf34a45c11a4a4c56807ff570160977461.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c4788c7740e5a2175a276779765acfebd82b37.png"/>
<Relationship Id="rId3" Type="http://schemas.openxmlformats.org/officeDocument/2006/relationships/image" Target="../media/89d67a924e2a6dfa9ebfb39ea564a474c01d8d5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f64f890509b28bf9e099a87b8f135074a705ef.png"/>
<Relationship Id="rId3" Type="http://schemas.openxmlformats.org/officeDocument/2006/relationships/image" Target="../media/960b3a8fca61a395e850be2f257b31051c6c78eb.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Monday, October 26, 2026 · 10:27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23, 2026 N = 3,013 NC samples analyzed Mailed in from 86 harm reduction programs Collected across 60 counties 252 distinct substances detected to date Unique samples = n_distinct(sampleid) · substances from lab_detail.substance · includes samples with date_complete 26 Jan 2022 – 23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23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23 Oct 2026 · last 12 months: 26 Oct 2025 – 23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23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23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23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23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23 Oct 2025 · past 12 months: 26 Oct 2025 – 23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23 Oct 2025 · past 12 months: 26 Oct 2025 – 23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23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23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23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26 Oct 2025 – 23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26 Oct 2025 – 23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2026-10-26T10:27:50Z</dcterms:modified>
  <cp:category/>
</cp:coreProperties>
</file>