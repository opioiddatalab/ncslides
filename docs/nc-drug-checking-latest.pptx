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e7d279bc5ffbd4f30222b20b7d9c7fe805e697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2125cb6d413fadc92ad08edaa30514e21d29fd0b.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bcb96a6f55e059f5cd45cb862e8de797c1898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a8dcf5c3b87a460e94958348ae1ec2480f432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6cf2602a6fe1ea97fb51418a62bfb589135a67.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b2d655dfd2783fbc128274617d8ce1dce26721.png"/>
<Relationship Id="rId3" Type="http://schemas.openxmlformats.org/officeDocument/2006/relationships/image" Target="../media/16d6582ab2f7882b918b539d75a47be73471121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ebba2d371753e27dbd2debdf7ddc0375657c2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21d07176973a3c0a22c5cfa202c1973b3adfd2.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62da83a3a5488390a8ca7ac4e61003ac80061a.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98668e67e49df7e14cd5caed25637ee9c0a72f8.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cdf6dc5d31c64ff64eb59d693f0528270c448.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b16fe9a6ac2b48fb838fb2fbb3e9eebd4314db0.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a664043fee0465687505e8ef3234a571ee5b57.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3c141d85abfbb28e8c078cfc13ce99c2741f2f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ad395b042410b3a0da554a99f7c33c2a72e974.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e6593c68a24109df8c6634eedee3b67ae9bc957.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a11604c385bccb0ab51b6e93ba8756375df904f.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fdc397d9aad0fd92dc2a6f88404b16b0c8d4b1.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d23389a413cefd854b5162f1a7d79bdce3ebff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222ddce4c23155e66a99d0f4c7e6231522375a3.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6b3b35ed029b70204652ca39c689f6d3a0cc5d.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58eca6d87dc162f4d7deaabcf028f7ad876ae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869fe13ef9d6e6c2a0ef9b753af8a6f8c030f6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863c0d102aa2d7f06b10e3f27a3f4920b36cb89.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1272ff14ce03e4b78fbdebedcceaf7f21aab304.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f08b9365a15488b8efab2b59ae6d13d091e8c00.png"/>
<Relationship Id="rId3" Type="http://schemas.openxmlformats.org/officeDocument/2006/relationships/image" Target="../media/165023fc1374c529599e214b92098d279a6eadcd.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54ddc51c5c27d0e8a3cc97ed620e538fdc85ef.png"/>
<Relationship Id="rId3" Type="http://schemas.openxmlformats.org/officeDocument/2006/relationships/image" Target="../media/42358f4acec82b6d0db7251b5a63896f24578138.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c07870edd360b8d0e9cda7cef007da29fff97f.png"/>
<Relationship Id="rId3" Type="http://schemas.openxmlformats.org/officeDocument/2006/relationships/image" Target="../media/9b4bed86cfa2e4804d17ea7e434e368033a50450.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2e1f8d2ebb3764182030eed8d4d62842d615a3.png"/>
<Relationship Id="rId3" Type="http://schemas.openxmlformats.org/officeDocument/2006/relationships/image" Target="../media/42aa9ccabf850d7ddbea7034c299588a2e5fb777.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September 26, 2026 · 8:20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September 25, 2026 N = 2,913 NC samples analyzed Mailed in from 86 harm reduction programs Collected across 59 counties 247 distinct substances detected to date Unique samples = n_distinct(sampleid) · substances from lab_detail.substance · includes samples with date_complete 26 Jan 2022 – 25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25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25 Sep 2026 · last 12 months: 26 Sep 2025 – 25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25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25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25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25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25 Sep 2025 · past 12 months: 26 Sep 2025 – 25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25 Sep 2025 · past 12 months: 26 Sep 2025 – 25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25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25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25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26 Sep 2025 – 25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26 Sep 2025 – 25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2026-09-26T08:20:12Z</dcterms:modified>
  <cp:category/>
</cp:coreProperties>
</file>