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a84df1762355c65e3deb0ef9c8537baa076058.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6a0a2d68189e87b088ce474ab3c6a1b88c52bad.png"/>
<Relationship Id="rId3" Type="http://schemas.openxmlformats.org/officeDocument/2006/relationships/image" Target="../media/a6be3010ea0ea1bd449b984307970098331734e9.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48164d72f8d457165d6e834db3b194f8a5fcbcb.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b9264b14a027352748bfb2d4597915f512f7b21.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58908157d502569a32a0336cb013a0f2065040b.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8ecb4ed45a6ebcc146c1af2a0352addca856e18.png"/>
<Relationship Id="rId3" Type="http://schemas.openxmlformats.org/officeDocument/2006/relationships/image" Target="../media/c2af4c8f53cc4626f4adc26772855fd1bd187fc5.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9f2c1b722589f9d74a5656b0ee794e83c240d6b.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0eb165f71a1df0b008550d61eadf000c428ca37.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17b1f2d3749555fe3aec7f55186b893649ef6fb.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1067dd7f05023e62febff95c7057940c7281b39.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64140a57a180c8e5cf660dad71007114735d346.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097af81c98daad57d73e5aa9c04d8938183750e.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a468ead9f1ded73fdc7bbcb3eb3ccf879bfd506.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e369544282eb9fc8398baf9871c1009d0fd8747.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1728ac7173fdc12a1759984bd4083f1c98cb02d.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27c72882e97085cfb6f5a4372d5e6295bda203f.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0b2f6f17049884e21d043bd7ff2bbd33f23e147.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7850952e5e972c02b5f78bfcbcb57ebc12a1bb2.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c97c77a89655f37682bf53c6dadc9c1de869b56.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cd8c24f3a3eb6f6e2f0044a65f8ca49487d7dd4.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91a11a2b3fd3d46fc37f167d7f0bc06bcff9353.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dbe69f0fe2dbbb2ba8b6c035bface6aa252b34d.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3436c9a76802ac8c0a070cb86f2bcd828d0f6cf.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5c605e03af5b154863b71ec9627059a67c26adb.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55100681aa4573913298b76a5bcf5f2dbbfeeaa.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47b8e702598a64f6e2cf6326b59261cd8a3f47a.png"/>
<Relationship Id="rId3" Type="http://schemas.openxmlformats.org/officeDocument/2006/relationships/image" Target="../media/43bd6cb1373ec93be87453e45c1049ed11939d6f.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1eb3956153458858c0637a2b6d9bc6e922e2bd5.png"/>
<Relationship Id="rId3" Type="http://schemas.openxmlformats.org/officeDocument/2006/relationships/image" Target="../media/7f5c35bed7ddbdc86e8b309176d3f157bf0e4a2e.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45943f9ed615663a5d15e9c6f6688cc6fdde75d.png"/>
<Relationship Id="rId3" Type="http://schemas.openxmlformats.org/officeDocument/2006/relationships/image" Target="../media/c97d94e0f60e66351b4ff626f12bf83e6b586c02.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51f577ac8bec0dc1a3eadac46bac46e2b3d7196.png"/>
<Relationship Id="rId3" Type="http://schemas.openxmlformats.org/officeDocument/2006/relationships/image" Target="../media/62470d09f23149e83ce4a98abf043a93cdde716d.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Thursday, August 27, 2026 · 2:22 PM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Thursday, August 27, 2026 N = 2,775 NC samples analyzed Mailed in from 86 harm reduction programs Collected across 57 counties 243 distinct substances detected to date Unique samples = n_distinct(sampleid) · substances from lab_detail.substance · includes samples with date_complete 26 Jan 2022 – 27 Aug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27 Aug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27 Aug 2026 · last 12 months: 27 Aug 2025 – 27 Aug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27 Aug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27 Aug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27 Aug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27 Aug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27 Aug 2025 · past 12 months: 27 Aug 2025 – 27 Aug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27 Aug 2025 · past 12 months: 27 Aug 2025 – 27 Aug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27 Aug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27 Aug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27 Aug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27 Aug 2025 – 27 Aug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27 Aug 2025 – 27 Aug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2-oxo-PCE (O-PCE)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1,416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1,624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167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2-oxo-PCE (O-PCE)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2026-08-27T14:22:54Z</dcterms:modified>
  <cp:category/>
</cp:coreProperties>
</file>