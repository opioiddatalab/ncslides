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c5c432f95cb9e7c221e5524fb97f69f0a9b40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39f5ef0085d313f6b35b709a9c0b2023d2836ff4.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4b99b86f52ca68f6e88389ce4464d0bd65bb23.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bd77826a90749919e7c3c81461f1b4d3022220d.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e1f932e96d073b595aabcd9d5a808191a3439a.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18f0c4259189fe99749993187bf8a07fb1b08a.png"/>
<Relationship Id="rId3" Type="http://schemas.openxmlformats.org/officeDocument/2006/relationships/image" Target="../media/4cee18c3e3822844c533b28708ce10e88e92488e.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7ac3357bd8ec5ed0cdb56d8a0efac8a632dde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119f6f1fac65fbcf4a8830bed51022398d8746.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9720de7e6fe9303c6ae3471028127a091e1eb0.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d4f3489caf68bd9ed97c78547b369a514fe60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6364e47e636ddf0a9d7cf4b44566096d8fe2b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1009a397134ed60f42fe76f42edb08cf66adc7.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0a0296d959177bfe93139b99584b72e09348a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7d47ef6ade41f8ce5b58f044b2eb8e70592cab.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8c9ac9b6f84cf64a4aabacce1a627a4e98351c.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9476bab924f5996814ca2568a58bb427385379.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8295add85a037f87b269dc2d289aedae803741.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cf3026f626a4a7b349c8c79d95102732f6355f.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ae828220a5bba2473b1ee924d1db34f54d1c43.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cb73abcdbf91f273485cdf4b1b91e7c62ef5f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b471ee675936b8d9cabc1e8712d9bde0a273bf.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7fe95375c6c1b8640205e2dfacf20a9209f3d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ab4b4b972720b32a515d4cc861a071264a480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4938be7ccbc1e7eb7250725b158e156f2a4c9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483fb76dc08ae2e9cf2fc2ffcd7281f51b63bf2.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d0bba029a3e48735c9c1773f2d118a54bea729.png"/>
<Relationship Id="rId3" Type="http://schemas.openxmlformats.org/officeDocument/2006/relationships/image" Target="../media/6205e57da6731816b9c3a37f8ec1e04a2220e010.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b5e538ea262de8cd4b66a1afecb5d0416d55e4.png"/>
<Relationship Id="rId3" Type="http://schemas.openxmlformats.org/officeDocument/2006/relationships/image" Target="../media/4900cc6c3c80335a2ba2adcc1983c3316d084b0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ec472a12dd6bc83169b3bb0676e82a5e6a502f.png"/>
<Relationship Id="rId3" Type="http://schemas.openxmlformats.org/officeDocument/2006/relationships/image" Target="../media/d4fc44b663b59c742257e90ac79cd81b4794792e.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89a261e2cce3bcb7517fe1dc8a290fcc949626d.png"/>
<Relationship Id="rId3" Type="http://schemas.openxmlformats.org/officeDocument/2006/relationships/image" Target="../media/5a7279cadfd689c638003d309cdf6fb0500a0243.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Sunday, September 06, 2026 · 7:43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September 02, 2026 N = 2,786 NC samples analyzed Mailed in from 86 harm reduction programs Collected across 57 counties 244 distinct substances detected to date Unique samples = n_distinct(sampleid) · substances from lab_detail.substance · includes samples with date_complete 26 Jan 2022 – 02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02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02 Sep 2026 · last 12 months: 06 Sep 2025 – 02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02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02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02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02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02 Sep 2025 · past 12 months: 06 Sep 2025 – 02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02 Sep 2025 · past 12 months: 06 Sep 2025 – 02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02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02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02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06 Sep 2025 – 02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06 Sep 2025 – 02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2026-09-06T07:44:03Z</dcterms:modified>
  <cp:category/>
</cp:coreProperties>
</file>