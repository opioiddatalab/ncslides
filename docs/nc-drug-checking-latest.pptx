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178ffeb00821348385e87595799a98fffa7844e.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d560e25ee458b054f21021ce4ae2a0a431ceeaf4.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e9fa50915c01a1f52d73116df0ac0831a6580e.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4488ca25a533953a9eaaffc0bc5eb98d698139c.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718e09ac03d8d266cd1f2ca5222281d4944736.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07420f8aad85a8312e90141d0ebde5fb783002d.png"/>
<Relationship Id="rId3" Type="http://schemas.openxmlformats.org/officeDocument/2006/relationships/image" Target="../media/cb70dcfceddb88bda637a5808ec5da8724c2c265.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1ef04818818b9729356271f31841408463d0706.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117654cf8b51833cc8793fbc94d83c2e72dca9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6d62cb7f562be8ad3574587190a343c5af8da97.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2847b2d087b1c9235b042f542ac8c03a4563b58.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0dc0f8824e6ce3752d1b98361d7f0ff7f92f9d.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86b35f094e3082d941d77a03d5efdcb4dc64041.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07b77652cc92fb61e1d8933fdf1b03f6f092e6.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fbf3573e0b6e373537bad9147b717274433a4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b74e477bb095194bec2d893030e3ec0922a3f9.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f9730b1c3cabc45bab2a8cf2c2b1af0c9d59ee.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0ddb333a3851838d8957d2847dfb9b06d7e3f4.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79f546ca0980a4fa49183c9f7cbcda30a6bc6d9.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10ec8c5ee0aa66c7ec4a9585158cf3df3422e05.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11b073aaa4d223c22b3ca57de9110e1f76e949b.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0bd05dc328d0f640638e16cb50ad94dbb3340c.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375d664b4049edb39074e3ff6aab40df0c6fe5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3dd6a51eba99371f01f353c5d3fa351ec0692e4.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96c67599aab0fbd78421d0ddaa7a694839d9a92.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c8cdefea2c1f31ccb17456b84b62869c35f5e26.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24f169ee03402f22b7496735a845c746b37cbb.png"/>
<Relationship Id="rId3" Type="http://schemas.openxmlformats.org/officeDocument/2006/relationships/image" Target="../media/8e210fdce2d81fdb6c8146e890603b07e62c8c84.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7df480fefb62ce5093df0338b425c1683ee9540.png"/>
<Relationship Id="rId3" Type="http://schemas.openxmlformats.org/officeDocument/2006/relationships/image" Target="../media/3aab39c17e5699ce917ac8e6ee24144ace79fc6e.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902e4134d166ad1757afbfa675e87e179991de6.png"/>
<Relationship Id="rId3" Type="http://schemas.openxmlformats.org/officeDocument/2006/relationships/image" Target="../media/91901d764303040f1ccb26450070b0f14771d4dd.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446b27f386b378badabfc969c5148ab2187f1f2.png"/>
<Relationship Id="rId3" Type="http://schemas.openxmlformats.org/officeDocument/2006/relationships/image" Target="../media/7cf66836d37d62d8aa7749a0102897d75c7a88af.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1891962cb1eded890acb342409fe580720835b.png"/>
<Relationship Id="rId3" Type="http://schemas.openxmlformats.org/officeDocument/2006/relationships/image" Target="../media/2be7ef90076f578256510f23ab45b07430ba518a.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f269b0f0bba6c3fe57d47ff7dbed2e0510dc76.png"/>
<Relationship Id="rId3" Type="http://schemas.openxmlformats.org/officeDocument/2006/relationships/image" Target="../media/2ee9d265099ac7fca0a008db04c69d91f4ab6565.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abb3ac068aadf4569ef774000bd3439158344f7.png"/>
<Relationship Id="rId3" Type="http://schemas.openxmlformats.org/officeDocument/2006/relationships/image" Target="../media/90ec0a0d0cb6e4c90562a509d95f16497f48b86d.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e2198422226afa7b6ce13c2753f846a964ad29.png"/>
<Relationship Id="rId3" Type="http://schemas.openxmlformats.org/officeDocument/2006/relationships/image" Target="../media/de77afd9028edaafa6eb1d94b2e2819621b411b9.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Thursday, October 08, 2026 · 10:45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October 07, 2026 N = 2,947 NC samples analyzed Mailed in from 86 harm reduction programs Collected across 59 counties 249 distinct substances detected to date Unique samples = n_distinct(sampleid) · substances from lab_detail.substance · includes samples with date_complete 26 Jan 2022 – 07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07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07 Oct 2026 · last 12 months: 08 Oct 2025 – 07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07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07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07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07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07 Oct 2025 · past 12 months: 08 Oct 2025 – 07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07 Oct 2025 · past 12 months: 08 Oct 2025 – 07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07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07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07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08 Oct 2025 – 07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08 Oct 2025 – 07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153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2026-10-08T10:45:52Z</dcterms:modified>
  <cp:category/>
</cp:coreProperties>
</file>