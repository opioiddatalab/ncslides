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baaf476c2ddee68f19fd5fd9ce0cb3366619dd.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1734d23c51bd62c2b13c33d01f0f8cf473ac9c.png"/>
<Relationship Id="rId3" Type="http://schemas.openxmlformats.org/officeDocument/2006/relationships/image" Target="../media/c297d499b0019f9266517bf61f0917356784b1e6.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8be8ad209c9e25b44347509ef3eb1c23bd2d9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29d48e1543e25a2f02fe2c37d07b72fb6efe3b.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158e06d1eb2e9b1b16897550bd517b0b4fdb64.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6165544f07b59fe5a3e68e628daee5217696d6.png"/>
<Relationship Id="rId3" Type="http://schemas.openxmlformats.org/officeDocument/2006/relationships/image" Target="../media/1035e41f0c86d7d6a76263a76a8a77e3c07169c6.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82c7a15be36467041b1f38bb7e8ed33c1796ff.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194a3aab4532c83a0d52b474effe5a265f0bc38.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aa42eb7d06f7e1c8f48cf7cfa07598c40857f8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3d16b345ab31bf3a98223320056958e41142ab2.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eb2a23ce8187ecaee1bf4cda6c5de3e6d706a2.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dfc6c952dc2992c2d31119b47a9ae540d8e2f9b.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33ae82ce099ca9e78cd975505199eef62bdcef.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ab730b4a98c9a4f2c164cecfe1a7b506cf1e22.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7c83e1099ed248447c943670de9936a1fbd3e8.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6a7a59418cb4c328c81593ad524dfdaa65fa086.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da7e702c7c3e1bfc73d96f118b0ecfe76854c10.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50747af60ddc3927587ed298b88e5fc4fecd3f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75a9e3912ebdb0e8d09a6e96429d3ade37041f.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1088e59eb23d295c83484ef0bcd3520414f97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0e9c578ca6323f2842f6d037d5fe7d79baba9c.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f1f10ebfa51bdade9fc7bc2310649177fbd4ae.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96f5881fd7390e5fd96d8b175e34d0eeab454e7.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5ec5c073552a65bd6651976e4da1106f18a0b5.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358170711cd3f2e3514c5cea602fb1c368ab700.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169496e9a7d90a3adaf6378ce84e92223184f7.png"/>
<Relationship Id="rId3" Type="http://schemas.openxmlformats.org/officeDocument/2006/relationships/image" Target="../media/2e53246a0af5bddb8c0fd077bc2c2da2591e18ee.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75218c98f23dd68106a70adfddd2f18917cddcb.png"/>
<Relationship Id="rId3" Type="http://schemas.openxmlformats.org/officeDocument/2006/relationships/image" Target="../media/90ead86716d8e6a818440bd12891bab092770eea.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6cc4f2d90a63a416a5bb58ed779178ac5094e4.png"/>
<Relationship Id="rId3" Type="http://schemas.openxmlformats.org/officeDocument/2006/relationships/image" Target="../media/4c69a70210556242dc14be6f6b6bf94c98abd054.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a1ea9c008f9c9a16381b6d0a3b066a444d8eec.png"/>
<Relationship Id="rId3" Type="http://schemas.openxmlformats.org/officeDocument/2006/relationships/image" Target="../media/9dbe597f4c2717ccf5839d8670bd40877a5a668f.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Sunday, September 13, 2026 · 8:48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September 08, 2026 N = 2,798 NC samples analyzed Mailed in from 86 harm reduction programs Collected across 58 counties 244 distinct substances detected to date Unique samples = n_distinct(sampleid) · substances from lab_detail.substance · includes samples with date_complete 26 Jan 2022 – 08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08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08 Sep 2026 · last 12 months: 13 Sep 2025 – 08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08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08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08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08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08 Sep 2025 · past 12 months: 13 Sep 2025 – 08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08 Sep 2025 · past 12 months: 13 Sep 2025 – 08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08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08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08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13 Sep 2025 – 08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13 Sep 2025 – 08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2-fluoro-2-oxo-PCiPr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2-fluoro-2-oxo-PCiPr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2026-09-13T08:48:55Z</dcterms:modified>
  <cp:category/>
</cp:coreProperties>
</file>