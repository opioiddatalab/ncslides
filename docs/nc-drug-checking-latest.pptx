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2504ab5d20228b955cf04cb9d8143cde127ae22.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a2c436a193619f547c457994c3c0187834b425f8.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d92e2964e6fc6d4abf161e561a1460e24f6c8ed.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330fb58ae34bea6e2440face596a6b4f2cd6b8.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d29a8361971de100fc2dd670079078f4decb50b.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a4f8889ca57ad5ab51476f02bff9bd26bdb3467.png"/>
<Relationship Id="rId3" Type="http://schemas.openxmlformats.org/officeDocument/2006/relationships/image" Target="../media/cf58de0fd7a001c57c026fbf3e169f6c25801b97.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104f536b5f47ee3f2e46ab6ef92f375239569a6.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4caf7e3204d4de0425b45fb50b86a04703f00a7.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34703a1916e4b8e914667c4b69563fc2938d9ad.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1d291df6994e59a579308d20567ed84525733d7.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1782d5b189addae2e3bc0b1a38279569eb6a163.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03fb710d89f93aa5f61f1645212d5217ae532d5.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e04ef9f48d77f8d378e4936024d603f4594b5c1.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f69afc34593d0e1a17f8145c89b1b339c045d1c.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6108bb138fa6ccbdd7476f0b8abf3c252b050c0.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b0052cace37c7caca2d3d7bac7dbfa3a58a495.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44b7fee3e68d9f084dc3270134760a7f025f8d2.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5d8ae2352caad81c6262d2f68ac904cd2e4e063.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802e49d06ed70dc0c285ce121856f571b2a8f49.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1d8fe352bd308aba1c5d01fa87f9ff84889676.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b72cb9224d6ef04fb432b19123c81fd8913ef2.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28edb54cbff716e8797ac8847d14cb96af7e5b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cbb183dcb3842f2bd9c93941d176bc98f8ef01.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2de17480abfeb980c25bb917e1c3d93ee2846c1.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f53b31f9a759895d9ee178199b6856ca764d3c8.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32f58a78a03e84a235984f40d6399b7793f90a4.png"/>
<Relationship Id="rId3" Type="http://schemas.openxmlformats.org/officeDocument/2006/relationships/image" Target="../media/bb12f0d4c324d18b0bdff16c51fecc88d4c4d05c.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cebe330fcb84d4ba240c2eddee1aba95c9a237b.png"/>
<Relationship Id="rId3" Type="http://schemas.openxmlformats.org/officeDocument/2006/relationships/image" Target="../media/bcd8cced3b3dda8acfc9f94d6371b4a424d72db0.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bf369c7cb4efbddc792151387161c9c4b074f7b.png"/>
<Relationship Id="rId3" Type="http://schemas.openxmlformats.org/officeDocument/2006/relationships/image" Target="../media/06fbb1fed49d6ee76307153b4c16438a2a4cbe40.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4340e4f8928814f031990b2514e61cc8ace848.png"/>
<Relationship Id="rId3" Type="http://schemas.openxmlformats.org/officeDocument/2006/relationships/image" Target="../media/f08572963af1d8e875d887f8138f5dbdf94add1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Friday, October 16, 2026 · 8:37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Wednesday, October 14, 2026 N = 2,983 NC samples analyzed Mailed in from 86 harm reduction programs Collected across 59 counties 250 distinct substances detected to date Unique samples = n_distinct(sampleid) · substances from lab_detail.substance · includes samples with date_complete 26 Jan 2022 – 14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14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14 Oct 2026 · last 12 months: 16 Oct 2025 – 14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14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14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14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14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14 Oct 2025 · past 12 months: 16 Oct 2025 – 14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14 Oct 2025 · past 12 months: 16 Oct 2025 – 14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14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14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14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16 Oct 2025 – 14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16 Oct 2025 – 14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1,539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1,786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2026-10-16T08:37:30Z</dcterms:modified>
  <cp:category/>
</cp:coreProperties>
</file>