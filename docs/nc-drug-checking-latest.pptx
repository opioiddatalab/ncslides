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a46e0b3fad6023b1935bdafa3d6270c64c2355.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40389102bc0ba45e520987abc9e55cab06519f12.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f3490d7d245a4a71ba585da30d8ae70107a800.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e3afe76840b01923786f02310a6d111bb7e026a.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4110c3995af972b466461eae330e48d47733b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825983459c2ca5b32b74f88bceb44e43df9014.png"/>
<Relationship Id="rId3" Type="http://schemas.openxmlformats.org/officeDocument/2006/relationships/image" Target="../media/cb70dcfceddb88bda637a5808ec5da8724c2c265.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2c08d15ad86f7a4d9bdb181a614f95867cccfc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283e6b070045d212f2f5d5665ec7f77997c4cdb.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56e18eedd8633722943d921be197d3fc9f63b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268135170fd714d5d9fa3c4c08da56962b407de.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e6a9ab1226ad81f8635b5a2f85e4338c0306b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fef8000dc79b72c68492b76ed720b128b1019d.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2d00d8a4e8401cf9db1f6eeb824634f84bb8c80.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4fd7fde0792a6c84891f79848a41025483b5a1.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d9d3df976fdb8c58fd0455548d8ecc3a7cadd72.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c193e64e57d8d5088c97b19245eb9c5f0a7bb2a.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2e0848a887819d8bd0d6245f3ea880ec7b06876.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c72c8bc4a4bdfdead10bdd9292febe7e821fe3.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fc5895657449c3110f5ba9f2477706e140692a.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0726bd32e9eea881061ba7d8853e5c0bb9dfa66.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c133410e880e9c1a555fd4748f587478692add.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3a2e4481b29ee2052676d844f0c11c467a23d4.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b56fd36a1e9e5c8c30aa202612d65b1030d722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b860f6364a2617c61cbca3a10b0159020ce34a2.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aeb3f21309553c15853884a5bdc586ea9193a4.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0bc83b0c9a30d635288f0449b8a8dbcea0105e.png"/>
<Relationship Id="rId3" Type="http://schemas.openxmlformats.org/officeDocument/2006/relationships/image" Target="../media/c982b4cd17a6bcae47b537c5eac6a1fdda473754.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1502b6ff99314c47fb5549212418cf12a04298.png"/>
<Relationship Id="rId3" Type="http://schemas.openxmlformats.org/officeDocument/2006/relationships/image" Target="../media/297994b2dde8e8c8587eb78abe4a730c0139468b.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afde5efe5610695beb846cf1dd097768a517d2.png"/>
<Relationship Id="rId3" Type="http://schemas.openxmlformats.org/officeDocument/2006/relationships/image" Target="../media/5f3c5070e4df66600f76b0cb4ee0759662434f81.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d1dc9b6c13fd7dd977636d10b97346d1dcbbba9.png"/>
<Relationship Id="rId3" Type="http://schemas.openxmlformats.org/officeDocument/2006/relationships/image" Target="../media/1e57a8b9584724bb7731b18503d0c92779761e0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1891962cb1eded890acb342409fe580720835b.png"/>
<Relationship Id="rId3" Type="http://schemas.openxmlformats.org/officeDocument/2006/relationships/image" Target="../media/2be7ef90076f578256510f23ab45b07430ba518a.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f269b0f0bba6c3fe57d47ff7dbed2e0510dc76.png"/>
<Relationship Id="rId3" Type="http://schemas.openxmlformats.org/officeDocument/2006/relationships/image" Target="../media/2ee9d265099ac7fca0a008db04c69d91f4ab6565.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bb3ac068aadf4569ef774000bd3439158344f7.png"/>
<Relationship Id="rId3" Type="http://schemas.openxmlformats.org/officeDocument/2006/relationships/image" Target="../media/90ec0a0d0cb6e4c90562a509d95f16497f48b86d.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e2198422226afa7b6ce13c2753f846a964ad29.png"/>
<Relationship Id="rId3" Type="http://schemas.openxmlformats.org/officeDocument/2006/relationships/image" Target="../media/de77afd9028edaafa6eb1d94b2e2819621b411b9.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October 07, 2026 · 10:38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October 06, 2026 N = 2,944 NC samples analyzed Mailed in from 86 harm reduction programs Collected across 59 counties 248 distinct substances detected to date Unique samples = n_distinct(sampleid) · substances from lab_detail.substance · includes samples with date_complete 26 Jan 2022 – 06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06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06 Oct 2026 · last 12 months: 07 Oct 2025 – 06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06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06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06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06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06 Oct 2025 · past 12 months: 07 Oct 2025 – 06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06 Oct 2025 · past 12 months: 07 Oct 2025 – 06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06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06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06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07 Oct 2025 – 06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07 Oct 2025 – 06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153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2026-10-07T10:38:59Z</dcterms:modified>
  <cp:category/>
</cp:coreProperties>
</file>